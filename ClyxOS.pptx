
<file path=[Content_Types].xml><?xml version="1.0" encoding="utf-8"?>
<Types xmlns="http://schemas.openxmlformats.org/package/2006/content-types">
  <Default Extension="xml" ContentType="application/xml"/>
  <Default Extension="xlsx" ContentType="application/vnd.openxmlformats-officedocument.spreadsheetml.sheet"/>
  <Default Extension="jpg" ContentType="image/jpeg"/>
  <Default Extension="svg" ContentType="image/svg+xml"/>
  <Default Extension="wmf" ContentType="image/x-wmf"/>
  <Default Extension="bin" ContentType="application/vnd.openxmlformats-officedocument.oleObject"/>
  <Default Extension="rels" ContentType="application/vnd.openxmlformats-package.relationships+xml"/>
  <Default Extension="jpeg" ContentType="image/jpeg"/>
  <Default Extension="png" ContentType="image/png"/>
  <Override PartName="/ppt/notesSlides/notesSlide14.xml" ContentType="application/vnd.openxmlformats-officedocument.presentationml.notesSlide+xml"/>
  <Override PartName="/ppt/notesSlides/notesSlide12.xml" ContentType="application/vnd.openxmlformats-officedocument.presentationml.notesSlide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s/slide13.xml" ContentType="application/vnd.openxmlformats-officedocument.presentationml.slide+xml"/>
  <Override PartName="/ppt/theme/theme2.xml" ContentType="application/vnd.openxmlformats-officedocument.theme+xml"/>
  <Override PartName="/ppt/theme/theme1.xml" ContentType="application/vnd.openxmlformats-officedocument.theme+xml"/>
  <Override PartName="/ppt/slides/slide3.xml" ContentType="application/vnd.openxmlformats-officedocument.presentationml.slide+xml"/>
  <Override PartName="/ppt/slideLayouts/slideLayout4.xml" ContentType="application/vnd.openxmlformats-officedocument.presentationml.slideLayout+xml"/>
  <Override PartName="/ppt/notesSlides/notesSlide5.xml" ContentType="application/vnd.openxmlformats-officedocument.presentationml.notesSlide+xml"/>
  <Override PartName="/ppt/slideLayouts/slideLayout1.xml" ContentType="application/vnd.openxmlformats-officedocument.presentationml.slideLayout+xml"/>
  <Override PartName="/ppt/slides/slide12.xml" ContentType="application/vnd.openxmlformats-officedocument.presentationml.slide+xml"/>
  <Override PartName="/ppt/slideLayouts/slideLayout5.xml" ContentType="application/vnd.openxmlformats-officedocument.presentationml.slideLayout+xml"/>
  <Override PartName="/ppt/slides/slide7.xml" ContentType="application/vnd.openxmlformats-officedocument.presentationml.slide+xml"/>
  <Override PartName="/ppt/notesSlides/notesSlide2.xml" ContentType="application/vnd.openxmlformats-officedocument.presentationml.notesSlide+xml"/>
  <Override PartName="/ppt/notesSlides/notesSlide4.xml" ContentType="application/vnd.openxmlformats-officedocument.presentationml.notesSlide+xml"/>
  <Override PartName="/ppt/tableStyles.xml" ContentType="application/vnd.openxmlformats-officedocument.presentationml.tableStyles+xml"/>
  <Override PartName="/docProps/app.xml" ContentType="application/vnd.openxmlformats-officedocument.extended-properties+xml"/>
  <Override PartName="/ppt/viewProps.xml" ContentType="application/vnd.openxmlformats-officedocument.presentationml.viewProps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Layouts/slideLayout2.xml" ContentType="application/vnd.openxmlformats-officedocument.presentationml.slideLayout+xml"/>
  <Override PartName="/ppt/presProps.xml" ContentType="application/vnd.openxmlformats-officedocument.presentationml.presProps+xml"/>
  <Override PartName="/ppt/slideLayouts/slideLayout8.xml" ContentType="application/vnd.openxmlformats-officedocument.presentationml.slideLayout+xml"/>
  <Override PartName="/docProps/core.xml" ContentType="application/vnd.openxmlformats-package.core-properties+xml"/>
  <Override PartName="/ppt/slideLayouts/slideLayout6.xml" ContentType="application/vnd.openxmlformats-officedocument.presentationml.slideLayout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Masters/slideMaster1.xml" ContentType="application/vnd.openxmlformats-officedocument.presentationml.slideMaster+xml"/>
  <Override PartName="/ppt/slides/slide2.xml" ContentType="application/vnd.openxmlformats-officedocument.presentationml.slide+xml"/>
  <Override PartName="/ppt/slides/slide5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11.xml" ContentType="application/vnd.openxmlformats-officedocument.presentationml.slide+xml"/>
  <Override PartName="/ppt/slides/slide14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6.xml" ContentType="application/vnd.openxmlformats-officedocument.presentationml.notesSlide+xml"/>
  <Override PartName="/ppt/presentation.xml" ContentType="application/vnd.openxmlformats-officedocument.presentationml.presentation.main+xml"/>
  <Override PartName="/ppt/notesSlides/notesSlide7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1.xml" ContentType="application/vnd.openxmlformats-officedocument.presentationml.notesSlide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aveSubsetFonts="1">
  <p:sldMasterIdLst>
    <p:sldMasterId id="2147483648" r:id="rId1"/>
  </p:sldMasterIdLst>
  <p:notesMasterIdLst>
    <p:notesMasterId r:id="rId18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</p:sldIdLst>
  <p:sldSz cx="12192000" cy="6858000"/>
  <p:notesSz cx="6858000" cy="9144000"/>
  <p:defaultTextStyle>
    <a:defPPr>
      <a:defRPr lang="en-US"/>
    </a:defPPr>
    <a:lvl1pPr marL="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 varScale="1">
        <p:scale>
          <a:sx n="100" d="100"/>
          <a:sy n="100" d="100"/>
        </p:scale>
        <p:origin x="378" y="90"/>
      </p:cViewPr>
      <p:guideLst>
        <p:guide pos="3840"/>
        <p:guide pos="2160" orient="horz"/>
      </p:guideLst>
    </p:cSldViewPr>
  </p:slideViewPr>
  <p:gridSpacing cx="72008" cy="72008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 /><Relationship Id="rId20" Type="http://schemas.openxmlformats.org/officeDocument/2006/relationships/tableStyles" Target="tableStyles.xml" /><Relationship Id="rId21" Type="http://schemas.openxmlformats.org/officeDocument/2006/relationships/viewProps" Target="viewProps.xml" 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9566383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493158772" name="Date Placeholder 2"/>
          <p:cNvSpPr>
            <a:spLocks noGrp="1"/>
          </p:cNvSpPr>
          <p:nvPr>
            <p:ph type="dt" idx="1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3632E96E-41F7-40C5-8419-297958CC00FA}" type="datetimeFigureOut">
              <a:rPr lang="en-US"/>
              <a:t>10/30/2013</a:t>
            </a:fld>
            <a:endParaRPr lang="en-US"/>
          </a:p>
        </p:txBody>
      </p:sp>
      <p:sp>
        <p:nvSpPr>
          <p:cNvPr id="2093172003" name="Slide Image Placeholder 3"/>
          <p:cNvSpPr>
            <a:spLocks noChangeAspect="1" noGrp="1" noRot="1"/>
          </p:cNvSpPr>
          <p:nvPr>
            <p:ph type="sldImg" idx="2"/>
          </p:nvPr>
        </p:nvSpPr>
        <p:spPr bwMode="auto"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 lang="en-US"/>
          </a:p>
        </p:txBody>
      </p:sp>
      <p:sp>
        <p:nvSpPr>
          <p:cNvPr id="848478479" name="Notes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606114938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51011738" name="Slide Number Placeholder 6"/>
          <p:cNvSpPr>
            <a:spLocks noGrp="1"/>
          </p:cNvSpPr>
          <p:nvPr>
            <p:ph type="sldNum" sz="quarter" idx="5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2E6999B8-B6B4-4561-A3CD-BBCDAB9FC9D9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 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 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 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 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 ?>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 ?>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 ?>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 ?>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 ?>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 ?>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 ?>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67454917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57113407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88086063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E6999B8-B6B4-4561-A3CD-BBCDAB9FC9D9}" type="slidenum">
              <a:rPr lang="en-US"/>
              <a:t>1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4118599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54039591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4199451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5A10986-6AAF-17A5-C9F4-9CCD5B1F6C12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6901910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96884958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0258344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79CF294-21B3-F560-A21E-8107897AEADF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118258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97902141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0126141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27439A2-67E8-0215-5218-5B32AFCD49DA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F8F81CA-5DFD-9CC0-5C56-856AD3120691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9594824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6252036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5475662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1216FB3-DB42-6A08-4AF7-0F3AB439D9A6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7E4CA16-0E44-4D17-F6DF-3676ADDD6D68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0009803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11819793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6873228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D8CB5B-1F08-8417-917A-77954FCF7824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9844965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71716885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158112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13B4F46-A54C-563C-F60F-6A3D197967AB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021730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28230253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4907946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F705752-0C38-0F49-9A2C-27E409111FE8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9549376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4205462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6008347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BEF7C7D-E779-4B40-2F65-832F04C6C48A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6813844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82007522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297118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14E3E1B-8D5A-2057-61F1-83FF16082702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5166592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74060229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4894226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71BBC87-CBAF-E622-B935-3DD98305F33D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972512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9381818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1626157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251210B-7D10-78E5-DC7E-A4CE5232484C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0" type="title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44871573" name="Shape 1059"/>
          <p:cNvSpPr>
            <a:spLocks noChangeArrowheads="1" noGrp="1"/>
          </p:cNvSpPr>
          <p:nvPr userDrawn="1"/>
        </p:nvSpPr>
        <p:spPr bwMode="auto">
          <a:xfrm>
            <a:off x="2396066" y="2291401"/>
            <a:ext cx="5452533" cy="4165115"/>
          </a:xfrm>
          <a:custGeom>
            <a:avLst/>
            <a:gdLst/>
            <a:ahLst/>
            <a:cxnLst/>
            <a:rect l="l" t="t" r="r" b="b"/>
            <a:pathLst>
              <a:path w="43200" h="43200" fill="norm" stroke="0" extrusionOk="0">
                <a:moveTo>
                  <a:pt x="22112" y="3116"/>
                </a:moveTo>
                <a:lnTo>
                  <a:pt x="22112" y="3116"/>
                </a:lnTo>
                <a:cubicBezTo>
                  <a:pt x="22112" y="3116"/>
                  <a:pt x="27356" y="0"/>
                  <a:pt x="30300" y="4263"/>
                </a:cubicBezTo>
                <a:lnTo>
                  <a:pt x="30300" y="4263"/>
                </a:lnTo>
                <a:cubicBezTo>
                  <a:pt x="33277" y="8577"/>
                  <a:pt x="36666" y="13779"/>
                  <a:pt x="39369" y="17410"/>
                </a:cubicBezTo>
                <a:lnTo>
                  <a:pt x="39369" y="17410"/>
                </a:lnTo>
                <a:cubicBezTo>
                  <a:pt x="41761" y="20624"/>
                  <a:pt x="43200" y="22708"/>
                  <a:pt x="40979" y="26940"/>
                </a:cubicBezTo>
                <a:lnTo>
                  <a:pt x="40979" y="26940"/>
                </a:lnTo>
                <a:cubicBezTo>
                  <a:pt x="39655" y="29461"/>
                  <a:pt x="35076" y="35072"/>
                  <a:pt x="32639" y="38623"/>
                </a:cubicBezTo>
                <a:lnTo>
                  <a:pt x="32639" y="38623"/>
                </a:lnTo>
                <a:cubicBezTo>
                  <a:pt x="30200" y="42175"/>
                  <a:pt x="26202" y="43200"/>
                  <a:pt x="23268" y="42185"/>
                </a:cubicBezTo>
                <a:lnTo>
                  <a:pt x="23268" y="42185"/>
                </a:lnTo>
                <a:cubicBezTo>
                  <a:pt x="20331" y="41168"/>
                  <a:pt x="11584" y="38623"/>
                  <a:pt x="6213" y="36974"/>
                </a:cubicBezTo>
                <a:lnTo>
                  <a:pt x="6213" y="36974"/>
                </a:lnTo>
                <a:cubicBezTo>
                  <a:pt x="1431" y="35502"/>
                  <a:pt x="0" y="32900"/>
                  <a:pt x="214" y="31157"/>
                </a:cubicBezTo>
                <a:lnTo>
                  <a:pt x="214" y="31157"/>
                </a:lnTo>
                <a:cubicBezTo>
                  <a:pt x="760" y="26703"/>
                  <a:pt x="1113" y="19920"/>
                  <a:pt x="1214" y="16042"/>
                </a:cubicBezTo>
                <a:lnTo>
                  <a:pt x="1214" y="16042"/>
                </a:lnTo>
                <a:cubicBezTo>
                  <a:pt x="1303" y="12626"/>
                  <a:pt x="4203" y="11313"/>
                  <a:pt x="6907" y="9989"/>
                </a:cubicBezTo>
                <a:lnTo>
                  <a:pt x="6907" y="9989"/>
                </a:lnTo>
                <a:cubicBezTo>
                  <a:pt x="9245" y="8843"/>
                  <a:pt x="19774" y="4261"/>
                  <a:pt x="22112" y="3116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  <a:ln w="9524">
            <a:solidFill>
              <a:srgbClr val="000000"/>
            </a:solidFill>
            <a:round/>
            <a:headEnd/>
            <a:tailEnd/>
          </a:ln>
        </p:spPr>
      </p:sp>
      <p:sp>
        <p:nvSpPr>
          <p:cNvPr id="352185839" name="Shape 1060"/>
          <p:cNvSpPr>
            <a:spLocks noChangeArrowheads="1" noGrp="1"/>
          </p:cNvSpPr>
          <p:nvPr userDrawn="1"/>
        </p:nvSpPr>
        <p:spPr bwMode="auto">
          <a:xfrm>
            <a:off x="1309514" y="1839834"/>
            <a:ext cx="4011787" cy="1314324"/>
          </a:xfrm>
          <a:custGeom>
            <a:avLst/>
            <a:gdLst/>
            <a:ahLst/>
            <a:cxnLst/>
            <a:rect l="l" t="t" r="r" b="b"/>
            <a:pathLst>
              <a:path w="43200" h="43200" fill="norm" stroke="0" extrusionOk="0">
                <a:moveTo>
                  <a:pt x="40162" y="13104"/>
                </a:moveTo>
                <a:lnTo>
                  <a:pt x="40162" y="13104"/>
                </a:lnTo>
                <a:cubicBezTo>
                  <a:pt x="36799" y="16736"/>
                  <a:pt x="26204" y="28154"/>
                  <a:pt x="22676" y="31251"/>
                </a:cubicBezTo>
                <a:lnTo>
                  <a:pt x="22676" y="31251"/>
                </a:lnTo>
                <a:cubicBezTo>
                  <a:pt x="18513" y="34899"/>
                  <a:pt x="15093" y="37527"/>
                  <a:pt x="13136" y="38511"/>
                </a:cubicBezTo>
                <a:lnTo>
                  <a:pt x="13136" y="38511"/>
                </a:lnTo>
                <a:cubicBezTo>
                  <a:pt x="10861" y="39650"/>
                  <a:pt x="0" y="43200"/>
                  <a:pt x="422" y="38511"/>
                </a:cubicBezTo>
                <a:lnTo>
                  <a:pt x="422" y="38511"/>
                </a:lnTo>
                <a:cubicBezTo>
                  <a:pt x="750" y="34836"/>
                  <a:pt x="12785" y="17028"/>
                  <a:pt x="15584" y="14358"/>
                </a:cubicBezTo>
                <a:lnTo>
                  <a:pt x="15584" y="14358"/>
                </a:lnTo>
                <a:cubicBezTo>
                  <a:pt x="18382" y="11693"/>
                  <a:pt x="34508" y="0"/>
                  <a:pt x="36286" y="2133"/>
                </a:cubicBezTo>
                <a:lnTo>
                  <a:pt x="36286" y="2133"/>
                </a:lnTo>
                <a:cubicBezTo>
                  <a:pt x="38064" y="4272"/>
                  <a:pt x="43200" y="9825"/>
                  <a:pt x="40162" y="13104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  <a:ln w="9524">
            <a:solidFill>
              <a:srgbClr val="000000"/>
            </a:solidFill>
            <a:round/>
            <a:headEnd/>
            <a:tailEnd/>
          </a:ln>
        </p:spPr>
      </p:sp>
      <p:sp>
        <p:nvSpPr>
          <p:cNvPr id="1876477245" name="Shape 1061"/>
          <p:cNvSpPr>
            <a:spLocks noChangeArrowheads="1" noGrp="1"/>
          </p:cNvSpPr>
          <p:nvPr userDrawn="1"/>
        </p:nvSpPr>
        <p:spPr bwMode="auto">
          <a:xfrm>
            <a:off x="6567030" y="4629133"/>
            <a:ext cx="5395523" cy="2231707"/>
          </a:xfrm>
          <a:custGeom>
            <a:avLst/>
            <a:gdLst/>
            <a:ahLst/>
            <a:cxnLst/>
            <a:rect l="l" t="t" r="r" b="b"/>
            <a:pathLst>
              <a:path w="43200" h="43200" fill="norm" stroke="0" extrusionOk="0">
                <a:moveTo>
                  <a:pt x="43200" y="43200"/>
                </a:moveTo>
                <a:lnTo>
                  <a:pt x="43200" y="43200"/>
                </a:lnTo>
                <a:cubicBezTo>
                  <a:pt x="42680" y="32337"/>
                  <a:pt x="42264" y="24810"/>
                  <a:pt x="41982" y="22533"/>
                </a:cubicBezTo>
                <a:lnTo>
                  <a:pt x="41982" y="22533"/>
                </a:lnTo>
                <a:cubicBezTo>
                  <a:pt x="41353" y="17445"/>
                  <a:pt x="31020" y="10782"/>
                  <a:pt x="25434" y="7567"/>
                </a:cubicBezTo>
                <a:lnTo>
                  <a:pt x="25434" y="7567"/>
                </a:lnTo>
                <a:cubicBezTo>
                  <a:pt x="20461" y="4707"/>
                  <a:pt x="15752" y="0"/>
                  <a:pt x="10688" y="12771"/>
                </a:cubicBezTo>
                <a:lnTo>
                  <a:pt x="10688" y="12771"/>
                </a:lnTo>
                <a:cubicBezTo>
                  <a:pt x="5409" y="26085"/>
                  <a:pt x="2329" y="33891"/>
                  <a:pt x="451" y="39632"/>
                </a:cubicBezTo>
                <a:lnTo>
                  <a:pt x="451" y="39632"/>
                </a:lnTo>
                <a:cubicBezTo>
                  <a:pt x="180" y="40459"/>
                  <a:pt x="44" y="41820"/>
                  <a:pt x="0" y="43200"/>
                </a:cubicBezTo>
                <a:lnTo>
                  <a:pt x="43200" y="43200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ln w="9524">
            <a:solidFill>
              <a:srgbClr val="000000"/>
            </a:solidFill>
            <a:round/>
            <a:headEnd/>
            <a:tailEnd/>
          </a:ln>
        </p:spPr>
      </p:sp>
      <p:sp>
        <p:nvSpPr>
          <p:cNvPr id="1763092978" name="Shape 1062"/>
          <p:cNvSpPr>
            <a:spLocks noChangeArrowheads="1" noGrp="1"/>
          </p:cNvSpPr>
          <p:nvPr userDrawn="1"/>
        </p:nvSpPr>
        <p:spPr bwMode="auto">
          <a:xfrm>
            <a:off x="389187" y="6100774"/>
            <a:ext cx="4968521" cy="759999"/>
          </a:xfrm>
          <a:custGeom>
            <a:avLst/>
            <a:gdLst/>
            <a:ahLst/>
            <a:cxnLst/>
            <a:rect l="l" t="t" r="r" b="b"/>
            <a:pathLst>
              <a:path w="43200" h="43200" fill="norm" stroke="0" extrusionOk="0">
                <a:moveTo>
                  <a:pt x="43200" y="43200"/>
                </a:moveTo>
                <a:lnTo>
                  <a:pt x="43200" y="43200"/>
                </a:lnTo>
                <a:cubicBezTo>
                  <a:pt x="37750" y="34083"/>
                  <a:pt x="28707" y="20178"/>
                  <a:pt x="28707" y="20178"/>
                </a:cubicBezTo>
                <a:lnTo>
                  <a:pt x="28707" y="20178"/>
                </a:lnTo>
                <a:cubicBezTo>
                  <a:pt x="23196" y="11772"/>
                  <a:pt x="17935" y="0"/>
                  <a:pt x="14588" y="1341"/>
                </a:cubicBezTo>
                <a:lnTo>
                  <a:pt x="14588" y="1341"/>
                </a:lnTo>
                <a:cubicBezTo>
                  <a:pt x="11240" y="2673"/>
                  <a:pt x="6350" y="22671"/>
                  <a:pt x="1602" y="37718"/>
                </a:cubicBezTo>
                <a:lnTo>
                  <a:pt x="1602" y="37718"/>
                </a:lnTo>
                <a:cubicBezTo>
                  <a:pt x="1072" y="39393"/>
                  <a:pt x="536" y="41175"/>
                  <a:pt x="0" y="43200"/>
                </a:cubicBezTo>
                <a:lnTo>
                  <a:pt x="43200" y="43200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ln w="9524">
            <a:solidFill>
              <a:srgbClr val="000000"/>
            </a:solidFill>
            <a:round/>
            <a:headEnd/>
            <a:tailEnd/>
          </a:ln>
        </p:spPr>
      </p:sp>
      <p:sp>
        <p:nvSpPr>
          <p:cNvPr id="1511093587" name="Shape 1063"/>
          <p:cNvSpPr>
            <a:spLocks noChangeArrowheads="1" noGrp="1"/>
          </p:cNvSpPr>
          <p:nvPr userDrawn="1"/>
        </p:nvSpPr>
        <p:spPr bwMode="auto">
          <a:xfrm>
            <a:off x="0" y="3254701"/>
            <a:ext cx="2099733" cy="3343682"/>
          </a:xfrm>
          <a:custGeom>
            <a:avLst/>
            <a:gdLst/>
            <a:ahLst/>
            <a:cxnLst/>
            <a:rect l="l" t="t" r="r" b="b"/>
            <a:pathLst>
              <a:path w="43200" h="43200" fill="norm" stroke="0" extrusionOk="0">
                <a:moveTo>
                  <a:pt x="0" y="43200"/>
                </a:moveTo>
                <a:lnTo>
                  <a:pt x="0" y="43200"/>
                </a:lnTo>
                <a:cubicBezTo>
                  <a:pt x="10450" y="39319"/>
                  <a:pt x="26476" y="34991"/>
                  <a:pt x="31760" y="32779"/>
                </a:cubicBezTo>
                <a:lnTo>
                  <a:pt x="31760" y="32779"/>
                </a:lnTo>
                <a:cubicBezTo>
                  <a:pt x="38554" y="29929"/>
                  <a:pt x="35982" y="23868"/>
                  <a:pt x="39587" y="11934"/>
                </a:cubicBezTo>
                <a:lnTo>
                  <a:pt x="39587" y="11934"/>
                </a:lnTo>
                <a:cubicBezTo>
                  <a:pt x="43199" y="0"/>
                  <a:pt x="33409" y="2565"/>
                  <a:pt x="25082" y="2041"/>
                </a:cubicBezTo>
                <a:lnTo>
                  <a:pt x="25082" y="2041"/>
                </a:lnTo>
                <a:cubicBezTo>
                  <a:pt x="14497" y="1374"/>
                  <a:pt x="7053" y="4621"/>
                  <a:pt x="0" y="7243"/>
                </a:cubicBezTo>
                <a:lnTo>
                  <a:pt x="0" y="43200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ln w="9524">
            <a:solidFill>
              <a:srgbClr val="000000"/>
            </a:solidFill>
            <a:round/>
            <a:headEnd/>
            <a:tailEnd/>
          </a:ln>
        </p:spPr>
      </p:sp>
      <p:sp>
        <p:nvSpPr>
          <p:cNvPr id="848523781" name="Subtitle 2"/>
          <p:cNvSpPr>
            <a:spLocks noGrp="1"/>
          </p:cNvSpPr>
          <p:nvPr>
            <p:ph type="subTitle" idx="1"/>
          </p:nvPr>
        </p:nvSpPr>
        <p:spPr bwMode="auto">
          <a:xfrm>
            <a:off x="4655839" y="2708919"/>
            <a:ext cx="6720745" cy="720079"/>
          </a:xfrm>
        </p:spPr>
        <p:txBody>
          <a:bodyPr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>
              <a:defRPr/>
            </a:pPr>
            <a:r>
              <a:rPr/>
              <a:t>Click to edit Master subtitle style</a:t>
            </a:r>
            <a:endParaRPr/>
          </a:p>
        </p:txBody>
      </p:sp>
      <p:sp>
        <p:nvSpPr>
          <p:cNvPr id="77269690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A69D51E0-3758-456B-809F-07B187805C7D}" type="datetimeFigureOut">
              <a:rPr/>
              <a:t>22.10.2013</a:t>
            </a:fld>
            <a:endParaRPr/>
          </a:p>
        </p:txBody>
      </p:sp>
      <p:sp>
        <p:nvSpPr>
          <p:cNvPr id="1411101400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24634880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4D3B38E7-149F-4D77-9EEF-9309C2CB69A9}" type="slidenum">
              <a:rPr/>
              <a:t>‹#›</a:t>
            </a:fld>
            <a:endParaRPr/>
          </a:p>
        </p:txBody>
      </p:sp>
      <p:sp>
        <p:nvSpPr>
          <p:cNvPr id="1385124026" name="Title 6"/>
          <p:cNvSpPr>
            <a:spLocks noGrp="1"/>
          </p:cNvSpPr>
          <p:nvPr>
            <p:ph type="title"/>
          </p:nvPr>
        </p:nvSpPr>
        <p:spPr bwMode="auto">
          <a:xfrm>
            <a:off x="4595833" y="1808820"/>
            <a:ext cx="6720745" cy="720079"/>
          </a:xfrm>
        </p:spPr>
        <p:txBody>
          <a:bodyPr/>
          <a:lstStyle>
            <a:lvl1pPr algn="r">
              <a:defRPr/>
            </a:lvl1pPr>
          </a:lstStyle>
          <a:p>
            <a:pPr>
              <a:defRPr/>
            </a:pPr>
            <a:r>
              <a:rPr/>
              <a:t>Click to edit Master title style</a:t>
            </a:r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37992770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Click to edit Master title style</a:t>
            </a:r>
            <a:endParaRPr/>
          </a:p>
        </p:txBody>
      </p:sp>
      <p:sp>
        <p:nvSpPr>
          <p:cNvPr id="1937589012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 lvl="0">
              <a:defRPr/>
            </a:pPr>
            <a:r>
              <a:rPr/>
              <a:t>Click to edit Master text styles</a:t>
            </a:r>
            <a:endParaRPr/>
          </a:p>
          <a:p>
            <a:pPr lvl="1">
              <a:defRPr/>
            </a:pPr>
            <a:r>
              <a:rPr/>
              <a:t>Second level</a:t>
            </a:r>
            <a:endParaRPr/>
          </a:p>
          <a:p>
            <a:pPr lvl="2">
              <a:defRPr/>
            </a:pPr>
            <a:r>
              <a:rPr/>
              <a:t>Third level</a:t>
            </a:r>
            <a:endParaRPr/>
          </a:p>
          <a:p>
            <a:pPr lvl="3">
              <a:defRPr/>
            </a:pPr>
            <a:r>
              <a:rPr/>
              <a:t>Fourth level</a:t>
            </a:r>
            <a:endParaRPr/>
          </a:p>
          <a:p>
            <a:pPr lvl="4">
              <a:defRPr/>
            </a:pPr>
            <a:r>
              <a:rPr/>
              <a:t>Fifth level</a:t>
            </a:r>
            <a:endParaRPr/>
          </a:p>
        </p:txBody>
      </p:sp>
      <p:sp>
        <p:nvSpPr>
          <p:cNvPr id="340093836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A69D51E0-3758-456B-809F-07B187805C7D}" type="datetimeFigureOut">
              <a:rPr/>
              <a:t>22.10.2013</a:t>
            </a:fld>
            <a:endParaRPr/>
          </a:p>
        </p:txBody>
      </p:sp>
      <p:sp>
        <p:nvSpPr>
          <p:cNvPr id="1102492367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14335586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4D3B38E7-149F-4D77-9EEF-9309C2CB69A9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secHead" userDrawn="1">
  <p:cSld name="Section Header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25436597" name="Title 1"/>
          <p:cNvSpPr>
            <a:spLocks noGrp="1"/>
          </p:cNvSpPr>
          <p:nvPr>
            <p:ph type="title"/>
          </p:nvPr>
        </p:nvSpPr>
        <p:spPr bwMode="auto">
          <a:xfrm>
            <a:off x="963083" y="4406901"/>
            <a:ext cx="10363199" cy="1362074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pPr>
              <a:defRPr/>
            </a:pPr>
            <a:r>
              <a:rPr/>
              <a:t>Click to edit Master title style</a:t>
            </a:r>
            <a:endParaRPr/>
          </a:p>
        </p:txBody>
      </p:sp>
      <p:sp>
        <p:nvSpPr>
          <p:cNvPr id="1598405531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963083" y="2906713"/>
            <a:ext cx="10363199" cy="1500186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defRPr/>
            </a:pPr>
            <a:r>
              <a:rPr/>
              <a:t>Click to edit Master text styles</a:t>
            </a:r>
            <a:endParaRPr/>
          </a:p>
        </p:txBody>
      </p:sp>
      <p:sp>
        <p:nvSpPr>
          <p:cNvPr id="2092295071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A69D51E0-3758-456B-809F-07B187805C7D}" type="datetimeFigureOut">
              <a:rPr/>
              <a:t>22.10.2013</a:t>
            </a:fld>
            <a:endParaRPr/>
          </a:p>
        </p:txBody>
      </p:sp>
      <p:sp>
        <p:nvSpPr>
          <p:cNvPr id="1927630050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46867921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4D3B38E7-149F-4D77-9EEF-9309C2CB69A9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Obj" userDrawn="1">
  <p:cSld name="Two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00748770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Click to edit Master title style</a:t>
            </a:r>
            <a:endParaRPr/>
          </a:p>
        </p:txBody>
      </p:sp>
      <p:sp>
        <p:nvSpPr>
          <p:cNvPr id="785029825" name="Content Placeholder 2"/>
          <p:cNvSpPr>
            <a:spLocks noGrp="1"/>
          </p:cNvSpPr>
          <p:nvPr>
            <p:ph sz="half" idx="1"/>
          </p:nvPr>
        </p:nvSpPr>
        <p:spPr bwMode="auto">
          <a:xfrm>
            <a:off x="609599" y="1600201"/>
            <a:ext cx="5384799" cy="452596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>
              <a:defRPr/>
            </a:pPr>
            <a:r>
              <a:rPr/>
              <a:t>Click to edit Master text styles</a:t>
            </a:r>
            <a:endParaRPr/>
          </a:p>
          <a:p>
            <a:pPr lvl="1">
              <a:defRPr/>
            </a:pPr>
            <a:r>
              <a:rPr/>
              <a:t>Second level</a:t>
            </a:r>
            <a:endParaRPr/>
          </a:p>
          <a:p>
            <a:pPr lvl="2">
              <a:defRPr/>
            </a:pPr>
            <a:r>
              <a:rPr/>
              <a:t>Third level</a:t>
            </a:r>
            <a:endParaRPr/>
          </a:p>
          <a:p>
            <a:pPr lvl="3">
              <a:defRPr/>
            </a:pPr>
            <a:r>
              <a:rPr/>
              <a:t>Fourth level</a:t>
            </a:r>
            <a:endParaRPr/>
          </a:p>
          <a:p>
            <a:pPr lvl="4">
              <a:defRPr/>
            </a:pPr>
            <a:r>
              <a:rPr/>
              <a:t>Fifth level</a:t>
            </a:r>
            <a:endParaRPr/>
          </a:p>
        </p:txBody>
      </p:sp>
      <p:sp>
        <p:nvSpPr>
          <p:cNvPr id="582882606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6197599" y="1600201"/>
            <a:ext cx="5384799" cy="452596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>
              <a:defRPr/>
            </a:pPr>
            <a:r>
              <a:rPr/>
              <a:t>Click to edit Master text styles</a:t>
            </a:r>
            <a:endParaRPr/>
          </a:p>
          <a:p>
            <a:pPr lvl="1">
              <a:defRPr/>
            </a:pPr>
            <a:r>
              <a:rPr/>
              <a:t>Second level</a:t>
            </a:r>
            <a:endParaRPr/>
          </a:p>
          <a:p>
            <a:pPr lvl="2">
              <a:defRPr/>
            </a:pPr>
            <a:r>
              <a:rPr/>
              <a:t>Third level</a:t>
            </a:r>
            <a:endParaRPr/>
          </a:p>
          <a:p>
            <a:pPr lvl="3">
              <a:defRPr/>
            </a:pPr>
            <a:r>
              <a:rPr/>
              <a:t>Fourth level</a:t>
            </a:r>
            <a:endParaRPr/>
          </a:p>
          <a:p>
            <a:pPr lvl="4">
              <a:defRPr/>
            </a:pPr>
            <a:r>
              <a:rPr/>
              <a:t>Fifth level</a:t>
            </a:r>
            <a:endParaRPr/>
          </a:p>
        </p:txBody>
      </p:sp>
      <p:sp>
        <p:nvSpPr>
          <p:cNvPr id="1293640229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A69D51E0-3758-456B-809F-07B187805C7D}" type="datetimeFigureOut">
              <a:rPr/>
              <a:t>22.10.2013</a:t>
            </a:fld>
            <a:endParaRPr/>
          </a:p>
        </p:txBody>
      </p:sp>
      <p:sp>
        <p:nvSpPr>
          <p:cNvPr id="1799523942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16519325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4D3B38E7-149F-4D77-9EEF-9309C2CB69A9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TxTwoObj" userDrawn="1">
  <p:cSld name="Comparis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59441482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/>
              <a:t>Click to edit Master title style</a:t>
            </a:r>
            <a:endParaRPr/>
          </a:p>
        </p:txBody>
      </p:sp>
      <p:sp>
        <p:nvSpPr>
          <p:cNvPr id="131451600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599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/>
              <a:t>Click to edit Master text styles</a:t>
            </a:r>
            <a:endParaRPr/>
          </a:p>
        </p:txBody>
      </p:sp>
      <p:sp>
        <p:nvSpPr>
          <p:cNvPr id="1766892977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609599" y="2174874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>
              <a:defRPr/>
            </a:pPr>
            <a:r>
              <a:rPr/>
              <a:t>Click to edit Master text styles</a:t>
            </a:r>
            <a:endParaRPr/>
          </a:p>
          <a:p>
            <a:pPr lvl="1">
              <a:defRPr/>
            </a:pPr>
            <a:r>
              <a:rPr/>
              <a:t>Second level</a:t>
            </a:r>
            <a:endParaRPr/>
          </a:p>
          <a:p>
            <a:pPr lvl="2">
              <a:defRPr/>
            </a:pPr>
            <a:r>
              <a:rPr/>
              <a:t>Third level</a:t>
            </a:r>
            <a:endParaRPr/>
          </a:p>
          <a:p>
            <a:pPr lvl="3">
              <a:defRPr/>
            </a:pPr>
            <a:r>
              <a:rPr/>
              <a:t>Fourth level</a:t>
            </a:r>
            <a:endParaRPr/>
          </a:p>
          <a:p>
            <a:pPr lvl="4">
              <a:defRPr/>
            </a:pPr>
            <a:r>
              <a:rPr/>
              <a:t>Fifth level</a:t>
            </a:r>
            <a:endParaRPr/>
          </a:p>
        </p:txBody>
      </p:sp>
      <p:sp>
        <p:nvSpPr>
          <p:cNvPr id="1305456848" name="Text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6193370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/>
              <a:t>Click to edit Master text styles</a:t>
            </a:r>
            <a:endParaRPr/>
          </a:p>
        </p:txBody>
      </p:sp>
      <p:sp>
        <p:nvSpPr>
          <p:cNvPr id="1789428309" name="Content Placeholder 5"/>
          <p:cNvSpPr>
            <a:spLocks noGrp="1"/>
          </p:cNvSpPr>
          <p:nvPr>
            <p:ph sz="quarter" idx="4"/>
          </p:nvPr>
        </p:nvSpPr>
        <p:spPr bwMode="auto">
          <a:xfrm>
            <a:off x="6193370" y="2174874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>
              <a:defRPr/>
            </a:pPr>
            <a:r>
              <a:rPr/>
              <a:t>Click to edit Master text styles</a:t>
            </a:r>
            <a:endParaRPr/>
          </a:p>
          <a:p>
            <a:pPr lvl="1">
              <a:defRPr/>
            </a:pPr>
            <a:r>
              <a:rPr/>
              <a:t>Second level</a:t>
            </a:r>
            <a:endParaRPr/>
          </a:p>
          <a:p>
            <a:pPr lvl="2">
              <a:defRPr/>
            </a:pPr>
            <a:r>
              <a:rPr/>
              <a:t>Third level</a:t>
            </a:r>
            <a:endParaRPr/>
          </a:p>
          <a:p>
            <a:pPr lvl="3">
              <a:defRPr/>
            </a:pPr>
            <a:r>
              <a:rPr/>
              <a:t>Fourth level</a:t>
            </a:r>
            <a:endParaRPr/>
          </a:p>
          <a:p>
            <a:pPr lvl="4">
              <a:defRPr/>
            </a:pPr>
            <a:r>
              <a:rPr/>
              <a:t>Fifth level</a:t>
            </a:r>
            <a:endParaRPr/>
          </a:p>
        </p:txBody>
      </p:sp>
      <p:sp>
        <p:nvSpPr>
          <p:cNvPr id="1878185432" name="Date Placeholder 6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A69D51E0-3758-456B-809F-07B187805C7D}" type="datetimeFigureOut">
              <a:rPr/>
              <a:t>22.10.2013</a:t>
            </a:fld>
            <a:endParaRPr/>
          </a:p>
        </p:txBody>
      </p:sp>
      <p:sp>
        <p:nvSpPr>
          <p:cNvPr id="1415771520" name="Footer Placeholder 7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86850231" name="Slide Number Placeholder 8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4D3B38E7-149F-4D77-9EEF-9309C2CB69A9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Only" userDrawn="1">
  <p:cSld name="Title Only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05051799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Click to edit Master title style</a:t>
            </a:r>
            <a:endParaRPr/>
          </a:p>
        </p:txBody>
      </p:sp>
      <p:sp>
        <p:nvSpPr>
          <p:cNvPr id="166798351" name="Date Placeholder 2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A69D51E0-3758-456B-809F-07B187805C7D}" type="datetimeFigureOut">
              <a:rPr/>
              <a:t>22.10.2013</a:t>
            </a:fld>
            <a:endParaRPr/>
          </a:p>
        </p:txBody>
      </p:sp>
      <p:sp>
        <p:nvSpPr>
          <p:cNvPr id="120747339" name="Footer Placeholder 3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34954683" name="Slide Number Placeholder 4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4D3B38E7-149F-4D77-9EEF-9309C2CB69A9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blank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56525622" name="Date Placeholder 1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A69D51E0-3758-456B-809F-07B187805C7D}" type="datetimeFigureOut">
              <a:rPr/>
              <a:t>22.10.2013</a:t>
            </a:fld>
            <a:endParaRPr/>
          </a:p>
        </p:txBody>
      </p:sp>
      <p:sp>
        <p:nvSpPr>
          <p:cNvPr id="1518135658" name="Footer Placeholder 2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10935907" name="Slide Number Placeholder 3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4D3B38E7-149F-4D77-9EEF-9309C2CB69A9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Tx" userDrawn="1">
  <p:cSld name="Content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91845883" name="Title 1"/>
          <p:cNvSpPr>
            <a:spLocks noGrp="1"/>
          </p:cNvSpPr>
          <p:nvPr>
            <p:ph type="title"/>
          </p:nvPr>
        </p:nvSpPr>
        <p:spPr bwMode="auto">
          <a:xfrm>
            <a:off x="609603" y="273049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pPr>
              <a:defRPr/>
            </a:pPr>
            <a:r>
              <a:rPr/>
              <a:t>Click to edit Master title style</a:t>
            </a:r>
            <a:endParaRPr/>
          </a:p>
        </p:txBody>
      </p:sp>
      <p:sp>
        <p:nvSpPr>
          <p:cNvPr id="2110104460" name="Content Placeholder 2"/>
          <p:cNvSpPr>
            <a:spLocks noGrp="1"/>
          </p:cNvSpPr>
          <p:nvPr>
            <p:ph idx="1"/>
          </p:nvPr>
        </p:nvSpPr>
        <p:spPr bwMode="auto">
          <a:xfrm>
            <a:off x="4766732" y="273051"/>
            <a:ext cx="6815666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>
              <a:defRPr/>
            </a:pPr>
            <a:r>
              <a:rPr/>
              <a:t>Click to edit Master text styles</a:t>
            </a:r>
            <a:endParaRPr/>
          </a:p>
          <a:p>
            <a:pPr lvl="1">
              <a:defRPr/>
            </a:pPr>
            <a:r>
              <a:rPr/>
              <a:t>Second level</a:t>
            </a:r>
            <a:endParaRPr/>
          </a:p>
          <a:p>
            <a:pPr lvl="2">
              <a:defRPr/>
            </a:pPr>
            <a:r>
              <a:rPr/>
              <a:t>Third level</a:t>
            </a:r>
            <a:endParaRPr/>
          </a:p>
          <a:p>
            <a:pPr lvl="3">
              <a:defRPr/>
            </a:pPr>
            <a:r>
              <a:rPr/>
              <a:t>Fourth level</a:t>
            </a:r>
            <a:endParaRPr/>
          </a:p>
          <a:p>
            <a:pPr lvl="4">
              <a:defRPr/>
            </a:pPr>
            <a:r>
              <a:rPr/>
              <a:t>Fifth level</a:t>
            </a:r>
            <a:endParaRPr/>
          </a:p>
        </p:txBody>
      </p:sp>
      <p:sp>
        <p:nvSpPr>
          <p:cNvPr id="2042456745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609603" y="1435102"/>
            <a:ext cx="4011084" cy="46910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>
              <a:defRPr/>
            </a:pPr>
            <a:r>
              <a:rPr/>
              <a:t>Click to edit Master text styles</a:t>
            </a:r>
            <a:endParaRPr/>
          </a:p>
        </p:txBody>
      </p:sp>
      <p:sp>
        <p:nvSpPr>
          <p:cNvPr id="1436971044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A69D51E0-3758-456B-809F-07B187805C7D}" type="datetimeFigureOut">
              <a:rPr/>
              <a:t>22.10.2013</a:t>
            </a:fld>
            <a:endParaRPr/>
          </a:p>
        </p:txBody>
      </p:sp>
      <p:sp>
        <p:nvSpPr>
          <p:cNvPr id="1300350376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74196419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4D3B38E7-149F-4D77-9EEF-9309C2CB69A9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picTx" userDrawn="1">
  <p:cSld name="Picture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53680800" name="Title 1"/>
          <p:cNvSpPr>
            <a:spLocks noGrp="1"/>
          </p:cNvSpPr>
          <p:nvPr>
            <p:ph type="title"/>
          </p:nvPr>
        </p:nvSpPr>
        <p:spPr bwMode="auto">
          <a:xfrm>
            <a:off x="2389717" y="4800601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pPr>
              <a:defRPr/>
            </a:pPr>
            <a:r>
              <a:rPr/>
              <a:t>Click to edit Master title style</a:t>
            </a:r>
            <a:endParaRPr/>
          </a:p>
        </p:txBody>
      </p:sp>
      <p:sp>
        <p:nvSpPr>
          <p:cNvPr id="1224413231" name="Picture Placeholder 2"/>
          <p:cNvSpPr>
            <a:spLocks noGrp="1"/>
          </p:cNvSpPr>
          <p:nvPr>
            <p:ph type="pic" idx="1"/>
          </p:nvPr>
        </p:nvSpPr>
        <p:spPr bwMode="auto">
          <a:xfrm>
            <a:off x="2389717" y="612774"/>
            <a:ext cx="7315200" cy="4114799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>
              <a:defRPr/>
            </a:pPr>
            <a:endParaRPr/>
          </a:p>
        </p:txBody>
      </p:sp>
      <p:sp>
        <p:nvSpPr>
          <p:cNvPr id="100928422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>
              <a:defRPr/>
            </a:pPr>
            <a:r>
              <a:rPr/>
              <a:t>Click to edit Master text styles</a:t>
            </a:r>
            <a:endParaRPr/>
          </a:p>
        </p:txBody>
      </p:sp>
      <p:sp>
        <p:nvSpPr>
          <p:cNvPr id="1600742799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A69D51E0-3758-456B-809F-07B187805C7D}" type="datetimeFigureOut">
              <a:rPr/>
              <a:t>22.10.2013</a:t>
            </a:fld>
            <a:endParaRPr/>
          </a:p>
        </p:txBody>
      </p:sp>
      <p:sp>
        <p:nvSpPr>
          <p:cNvPr id="298236195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63672957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4D3B38E7-149F-4D77-9EEF-9309C2CB69A9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x" userDrawn="1">
  <p:cSld name="Title and Vertical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87859008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Click to edit Master title style</a:t>
            </a:r>
            <a:endParaRPr/>
          </a:p>
        </p:txBody>
      </p:sp>
      <p:sp>
        <p:nvSpPr>
          <p:cNvPr id="1675631576" name="Vertical Text Placeholder 2"/>
          <p:cNvSpPr>
            <a:spLocks noGrp="1"/>
          </p:cNvSpPr>
          <p:nvPr>
            <p:ph type="body" orient="vert" idx="1"/>
          </p:nvPr>
        </p:nvSpPr>
        <p:spPr bwMode="auto"/>
        <p:txBody>
          <a:bodyPr vert="eaVert"/>
          <a:lstStyle/>
          <a:p>
            <a:pPr lvl="0">
              <a:defRPr/>
            </a:pPr>
            <a:r>
              <a:rPr/>
              <a:t>Click to edit Master text styles</a:t>
            </a:r>
            <a:endParaRPr/>
          </a:p>
          <a:p>
            <a:pPr lvl="1">
              <a:defRPr/>
            </a:pPr>
            <a:r>
              <a:rPr/>
              <a:t>Second level</a:t>
            </a:r>
            <a:endParaRPr/>
          </a:p>
          <a:p>
            <a:pPr lvl="2">
              <a:defRPr/>
            </a:pPr>
            <a:r>
              <a:rPr/>
              <a:t>Third level</a:t>
            </a:r>
            <a:endParaRPr/>
          </a:p>
          <a:p>
            <a:pPr lvl="3">
              <a:defRPr/>
            </a:pPr>
            <a:r>
              <a:rPr/>
              <a:t>Fourth level</a:t>
            </a:r>
            <a:endParaRPr/>
          </a:p>
          <a:p>
            <a:pPr lvl="4">
              <a:defRPr/>
            </a:pPr>
            <a:r>
              <a:rPr/>
              <a:t>Fifth level</a:t>
            </a:r>
            <a:endParaRPr/>
          </a:p>
        </p:txBody>
      </p:sp>
      <p:sp>
        <p:nvSpPr>
          <p:cNvPr id="235480718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A69D51E0-3758-456B-809F-07B187805C7D}" type="datetimeFigureOut">
              <a:rPr/>
              <a:t>22.10.2013</a:t>
            </a:fld>
            <a:endParaRPr/>
          </a:p>
        </p:txBody>
      </p:sp>
      <p:sp>
        <p:nvSpPr>
          <p:cNvPr id="930411169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03427374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4D3B38E7-149F-4D77-9EEF-9309C2CB69A9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itleAndTx" userDrawn="1">
  <p:cSld name="Vertical Title and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26713654" name="Vertical Title 1"/>
          <p:cNvSpPr>
            <a:spLocks noGrp="1"/>
          </p:cNvSpPr>
          <p:nvPr>
            <p:ph type="title" orient="vert"/>
          </p:nvPr>
        </p:nvSpPr>
        <p:spPr bwMode="auto">
          <a:xfrm>
            <a:off x="8839199" y="274639"/>
            <a:ext cx="2743200" cy="5851525"/>
          </a:xfrm>
        </p:spPr>
        <p:txBody>
          <a:bodyPr vert="eaVert"/>
          <a:lstStyle>
            <a:lvl1pPr algn="ctr">
              <a:defRPr/>
            </a:lvl1pPr>
          </a:lstStyle>
          <a:p>
            <a:pPr>
              <a:defRPr/>
            </a:pPr>
            <a:r>
              <a:rPr/>
              <a:t>Click to edit Master title style</a:t>
            </a:r>
            <a:endParaRPr/>
          </a:p>
        </p:txBody>
      </p:sp>
      <p:sp>
        <p:nvSpPr>
          <p:cNvPr id="364741061" name="Vertical Text Placeholder 2"/>
          <p:cNvSpPr>
            <a:spLocks noGrp="1"/>
          </p:cNvSpPr>
          <p:nvPr>
            <p:ph type="body" orient="vert" idx="1"/>
          </p:nvPr>
        </p:nvSpPr>
        <p:spPr bwMode="auto">
          <a:xfrm>
            <a:off x="609599" y="274639"/>
            <a:ext cx="8026399" cy="5851525"/>
          </a:xfrm>
        </p:spPr>
        <p:txBody>
          <a:bodyPr vert="eaVert"/>
          <a:lstStyle/>
          <a:p>
            <a:pPr lvl="0">
              <a:defRPr/>
            </a:pPr>
            <a:r>
              <a:rPr/>
              <a:t>Click to edit Master text styles</a:t>
            </a:r>
            <a:endParaRPr/>
          </a:p>
          <a:p>
            <a:pPr lvl="1">
              <a:defRPr/>
            </a:pPr>
            <a:r>
              <a:rPr/>
              <a:t>Second level</a:t>
            </a:r>
            <a:endParaRPr/>
          </a:p>
          <a:p>
            <a:pPr lvl="2">
              <a:defRPr/>
            </a:pPr>
            <a:r>
              <a:rPr/>
              <a:t>Third level</a:t>
            </a:r>
            <a:endParaRPr/>
          </a:p>
          <a:p>
            <a:pPr lvl="3">
              <a:defRPr/>
            </a:pPr>
            <a:r>
              <a:rPr/>
              <a:t>Fourth level</a:t>
            </a:r>
            <a:endParaRPr/>
          </a:p>
          <a:p>
            <a:pPr lvl="4">
              <a:defRPr/>
            </a:pPr>
            <a:r>
              <a:rPr/>
              <a:t>Fifth level</a:t>
            </a:r>
            <a:endParaRPr/>
          </a:p>
        </p:txBody>
      </p:sp>
      <p:sp>
        <p:nvSpPr>
          <p:cNvPr id="999984546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A69D51E0-3758-456B-809F-07B187805C7D}" type="datetimeFigureOut">
              <a:rPr/>
              <a:t>22.10.2013</a:t>
            </a:fld>
            <a:endParaRPr/>
          </a:p>
        </p:txBody>
      </p:sp>
      <p:sp>
        <p:nvSpPr>
          <p:cNvPr id="977589161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59158179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4D3B38E7-149F-4D77-9EEF-9309C2CB69A9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00327829" name="Shape 1059"/>
          <p:cNvSpPr>
            <a:spLocks noChangeArrowheads="1" noGrp="1"/>
          </p:cNvSpPr>
          <p:nvPr userDrawn="1"/>
        </p:nvSpPr>
        <p:spPr bwMode="auto">
          <a:xfrm>
            <a:off x="4976706" y="2"/>
            <a:ext cx="3058159" cy="893790"/>
          </a:xfrm>
          <a:custGeom>
            <a:avLst/>
            <a:gdLst/>
            <a:ahLst/>
            <a:cxnLst/>
            <a:rect l="l" t="t" r="r" b="b"/>
            <a:pathLst>
              <a:path w="43200" h="43200" fill="norm" stroke="0" extrusionOk="0">
                <a:moveTo>
                  <a:pt x="0" y="0"/>
                </a:moveTo>
                <a:lnTo>
                  <a:pt x="0" y="0"/>
                </a:lnTo>
                <a:cubicBezTo>
                  <a:pt x="1690" y="6213"/>
                  <a:pt x="3698" y="13338"/>
                  <a:pt x="6091" y="21902"/>
                </a:cubicBezTo>
                <a:lnTo>
                  <a:pt x="6091" y="21902"/>
                </a:lnTo>
                <a:cubicBezTo>
                  <a:pt x="12043" y="43199"/>
                  <a:pt x="17573" y="35347"/>
                  <a:pt x="23417" y="30579"/>
                </a:cubicBezTo>
                <a:lnTo>
                  <a:pt x="23417" y="30579"/>
                </a:lnTo>
                <a:cubicBezTo>
                  <a:pt x="29984" y="25223"/>
                  <a:pt x="42123" y="14119"/>
                  <a:pt x="42860" y="5640"/>
                </a:cubicBezTo>
                <a:lnTo>
                  <a:pt x="42860" y="5640"/>
                </a:lnTo>
                <a:cubicBezTo>
                  <a:pt x="42960" y="4507"/>
                  <a:pt x="43072" y="2479"/>
                  <a:pt x="43200" y="0"/>
                </a:cubicBezTo>
                <a:lnTo>
                  <a:pt x="0" y="0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ln w="9524">
            <a:solidFill>
              <a:srgbClr val="000000"/>
            </a:solidFill>
            <a:round/>
            <a:headEnd/>
            <a:tailEnd/>
          </a:ln>
        </p:spPr>
      </p:sp>
      <p:sp>
        <p:nvSpPr>
          <p:cNvPr id="1377328496" name="Shape 1060"/>
          <p:cNvSpPr>
            <a:spLocks noChangeArrowheads="1" noGrp="1"/>
          </p:cNvSpPr>
          <p:nvPr userDrawn="1"/>
        </p:nvSpPr>
        <p:spPr bwMode="auto">
          <a:xfrm>
            <a:off x="-24679" y="1"/>
            <a:ext cx="1399539" cy="1797558"/>
          </a:xfrm>
          <a:custGeom>
            <a:avLst/>
            <a:gdLst/>
            <a:ahLst/>
            <a:cxnLst/>
            <a:rect l="l" t="t" r="r" b="b"/>
            <a:pathLst>
              <a:path w="43200" h="43200" fill="norm" stroke="0" extrusionOk="0">
                <a:moveTo>
                  <a:pt x="31743" y="2484"/>
                </a:moveTo>
                <a:lnTo>
                  <a:pt x="31743" y="2484"/>
                </a:lnTo>
                <a:cubicBezTo>
                  <a:pt x="30428" y="1799"/>
                  <a:pt x="28450" y="1080"/>
                  <a:pt x="26054" y="0"/>
                </a:cubicBezTo>
                <a:lnTo>
                  <a:pt x="0" y="0"/>
                </a:lnTo>
                <a:lnTo>
                  <a:pt x="0" y="34200"/>
                </a:lnTo>
                <a:lnTo>
                  <a:pt x="0" y="34200"/>
                </a:lnTo>
                <a:cubicBezTo>
                  <a:pt x="7029" y="37461"/>
                  <a:pt x="14504" y="41491"/>
                  <a:pt x="25070" y="40664"/>
                </a:cubicBezTo>
                <a:lnTo>
                  <a:pt x="25070" y="40664"/>
                </a:lnTo>
                <a:cubicBezTo>
                  <a:pt x="33399" y="40015"/>
                  <a:pt x="43200" y="43200"/>
                  <a:pt x="39593" y="28375"/>
                </a:cubicBezTo>
                <a:lnTo>
                  <a:pt x="39593" y="28375"/>
                </a:lnTo>
                <a:cubicBezTo>
                  <a:pt x="35986" y="13550"/>
                  <a:pt x="38530" y="6023"/>
                  <a:pt x="31743" y="2484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  <a:ln w="9524">
            <a:solidFill>
              <a:srgbClr val="000000"/>
            </a:solidFill>
            <a:round/>
            <a:headEnd/>
            <a:tailEnd/>
          </a:ln>
        </p:spPr>
      </p:sp>
      <p:sp>
        <p:nvSpPr>
          <p:cNvPr id="452219553" name="Shape 1061"/>
          <p:cNvSpPr>
            <a:spLocks noChangeArrowheads="1" noGrp="1"/>
          </p:cNvSpPr>
          <p:nvPr userDrawn="1"/>
        </p:nvSpPr>
        <p:spPr bwMode="auto">
          <a:xfrm>
            <a:off x="1637456" y="1"/>
            <a:ext cx="3839633" cy="2609650"/>
          </a:xfrm>
          <a:custGeom>
            <a:avLst/>
            <a:gdLst/>
            <a:ahLst/>
            <a:cxnLst/>
            <a:rect l="l" t="t" r="r" b="b"/>
            <a:pathLst>
              <a:path w="43200" h="43200" fill="norm" stroke="0" extrusionOk="0">
                <a:moveTo>
                  <a:pt x="32864" y="0"/>
                </a:moveTo>
                <a:lnTo>
                  <a:pt x="10583" y="0"/>
                </a:lnTo>
                <a:lnTo>
                  <a:pt x="10583" y="0"/>
                </a:lnTo>
                <a:cubicBezTo>
                  <a:pt x="9017" y="532"/>
                  <a:pt x="7515" y="1058"/>
                  <a:pt x="6214" y="1509"/>
                </a:cubicBezTo>
                <a:lnTo>
                  <a:pt x="6214" y="1509"/>
                </a:lnTo>
                <a:cubicBezTo>
                  <a:pt x="1428" y="3166"/>
                  <a:pt x="0" y="6109"/>
                  <a:pt x="212" y="8072"/>
                </a:cubicBezTo>
                <a:lnTo>
                  <a:pt x="212" y="8072"/>
                </a:lnTo>
                <a:cubicBezTo>
                  <a:pt x="758" y="13092"/>
                  <a:pt x="1111" y="20742"/>
                  <a:pt x="1212" y="25114"/>
                </a:cubicBezTo>
                <a:lnTo>
                  <a:pt x="1212" y="25114"/>
                </a:lnTo>
                <a:cubicBezTo>
                  <a:pt x="1301" y="28962"/>
                  <a:pt x="4204" y="30446"/>
                  <a:pt x="6906" y="31937"/>
                </a:cubicBezTo>
                <a:lnTo>
                  <a:pt x="6906" y="31937"/>
                </a:lnTo>
                <a:cubicBezTo>
                  <a:pt x="9246" y="33229"/>
                  <a:pt x="19775" y="38395"/>
                  <a:pt x="22112" y="39685"/>
                </a:cubicBezTo>
                <a:lnTo>
                  <a:pt x="22112" y="39685"/>
                </a:lnTo>
                <a:cubicBezTo>
                  <a:pt x="22112" y="39685"/>
                  <a:pt x="27355" y="43200"/>
                  <a:pt x="30298" y="38395"/>
                </a:cubicBezTo>
                <a:lnTo>
                  <a:pt x="30298" y="38395"/>
                </a:lnTo>
                <a:cubicBezTo>
                  <a:pt x="33277" y="33533"/>
                  <a:pt x="36665" y="27667"/>
                  <a:pt x="39367" y="23576"/>
                </a:cubicBezTo>
                <a:lnTo>
                  <a:pt x="39367" y="23576"/>
                </a:lnTo>
                <a:cubicBezTo>
                  <a:pt x="41761" y="19953"/>
                  <a:pt x="43200" y="17587"/>
                  <a:pt x="40977" y="12816"/>
                </a:cubicBezTo>
                <a:lnTo>
                  <a:pt x="40977" y="12816"/>
                </a:lnTo>
                <a:cubicBezTo>
                  <a:pt x="39697" y="10062"/>
                  <a:pt x="35347" y="3936"/>
                  <a:pt x="32864" y="0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  <a:ln w="9524">
            <a:solidFill>
              <a:srgbClr val="000000"/>
            </a:solidFill>
            <a:round/>
            <a:headEnd/>
            <a:tailEnd/>
          </a:ln>
        </p:spPr>
      </p:sp>
      <p:sp>
        <p:nvSpPr>
          <p:cNvPr id="711690960" name="Title 1"/>
          <p:cNvSpPr>
            <a:spLocks noGrp="1"/>
          </p:cNvSpPr>
          <p:nvPr>
            <p:ph type="title"/>
          </p:nvPr>
        </p:nvSpPr>
        <p:spPr bwMode="auto">
          <a:xfrm>
            <a:off x="609599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defRPr/>
            </a:pPr>
            <a:r>
              <a:rPr/>
              <a:t>Click to edit Master title style</a:t>
            </a:r>
            <a:endParaRPr/>
          </a:p>
        </p:txBody>
      </p:sp>
      <p:sp>
        <p:nvSpPr>
          <p:cNvPr id="1377320633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599" y="1600201"/>
            <a:ext cx="10972800" cy="452596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>
              <a:defRPr/>
            </a:pPr>
            <a:r>
              <a:rPr/>
              <a:t>Click to edit Master text styles</a:t>
            </a:r>
            <a:endParaRPr/>
          </a:p>
          <a:p>
            <a:pPr lvl="1">
              <a:defRPr/>
            </a:pPr>
            <a:r>
              <a:rPr/>
              <a:t>Second level</a:t>
            </a:r>
            <a:endParaRPr/>
          </a:p>
          <a:p>
            <a:pPr lvl="2">
              <a:defRPr/>
            </a:pPr>
            <a:r>
              <a:rPr/>
              <a:t>Third level</a:t>
            </a:r>
            <a:endParaRPr/>
          </a:p>
          <a:p>
            <a:pPr lvl="3">
              <a:defRPr/>
            </a:pPr>
            <a:r>
              <a:rPr/>
              <a:t>Fourth level</a:t>
            </a:r>
            <a:endParaRPr/>
          </a:p>
          <a:p>
            <a:pPr lvl="4">
              <a:defRPr/>
            </a:pPr>
            <a:r>
              <a:rPr/>
              <a:t>Fifth level</a:t>
            </a:r>
            <a:endParaRPr/>
          </a:p>
        </p:txBody>
      </p:sp>
      <p:sp>
        <p:nvSpPr>
          <p:cNvPr id="597434697" name="Date Placeholder 3"/>
          <p:cNvSpPr>
            <a:spLocks noGrp="1"/>
          </p:cNvSpPr>
          <p:nvPr>
            <p:ph type="dt" sz="half" idx="2"/>
          </p:nvPr>
        </p:nvSpPr>
        <p:spPr bwMode="auto">
          <a:xfrm>
            <a:off x="609599" y="6356351"/>
            <a:ext cx="284479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A69D51E0-3758-456B-809F-07B187805C7D}" type="datetimeFigureOut">
              <a:rPr/>
              <a:t>22.10.2013</a:t>
            </a:fld>
            <a:endParaRPr/>
          </a:p>
        </p:txBody>
      </p:sp>
      <p:sp>
        <p:nvSpPr>
          <p:cNvPr id="710328788" name="Footer Placeholder 4"/>
          <p:cNvSpPr>
            <a:spLocks noGrp="1"/>
          </p:cNvSpPr>
          <p:nvPr>
            <p:ph type="ftr" sz="quarter" idx="3"/>
          </p:nvPr>
        </p:nvSpPr>
        <p:spPr bwMode="auto">
          <a:xfrm>
            <a:off x="4165599" y="6356351"/>
            <a:ext cx="3860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734177754" name="Slide Number Placeholder 5"/>
          <p:cNvSpPr>
            <a:spLocks noGrp="1"/>
          </p:cNvSpPr>
          <p:nvPr>
            <p:ph type="sldNum" sz="quarter" idx="4"/>
          </p:nvPr>
        </p:nvSpPr>
        <p:spPr bwMode="auto">
          <a:xfrm>
            <a:off x="8737599" y="6356351"/>
            <a:ext cx="284479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4D3B38E7-149F-4D77-9EEF-9309C2CB69A9}" type="slidenum">
              <a:rPr/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lvl1pPr algn="r" defTabSz="914400" rtl="0">
        <a:spcBef>
          <a:spcPts val="0"/>
        </a:spcBef>
        <a:buNone/>
        <a:defRPr sz="4400">
          <a:solidFill>
            <a:schemeClr val="tx1">
              <a:lumMod val="65000"/>
              <a:lumOff val="35000"/>
            </a:schemeClr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>
        <a:spcBef>
          <a:spcPts val="0"/>
        </a:spcBef>
        <a:buFont typeface="Arial"/>
        <a:buChar char="•"/>
        <a:defRPr sz="3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914400" rtl="0">
        <a:spcBef>
          <a:spcPts val="0"/>
        </a:spcBef>
        <a:buFont typeface="Arial"/>
        <a:buChar char="–"/>
        <a:defRPr sz="28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>
        <a:spcBef>
          <a:spcPts val="0"/>
        </a:spcBef>
        <a:buFont typeface="Arial"/>
        <a:buChar char="•"/>
        <a:defRPr sz="24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>
        <a:spcBef>
          <a:spcPts val="0"/>
        </a:spcBef>
        <a:buFont typeface="Arial"/>
        <a:buChar char="–"/>
        <a:defRPr sz="20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>
        <a:spcBef>
          <a:spcPts val="0"/>
        </a:spcBef>
        <a:buFont typeface="Arial"/>
        <a:buChar char="»"/>
        <a:defRPr sz="20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599" indent="-228600" algn="l" defTabSz="9144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3.png"/><Relationship Id="rId6" Type="http://schemas.openxmlformats.org/officeDocument/2006/relationships/image" Target="../media/image4.png"/><Relationship Id="rId7" Type="http://schemas.openxmlformats.org/officeDocument/2006/relationships/image" Target="../media/media1.svg"/><Relationship Id="rId8" Type="http://schemas.openxmlformats.org/officeDocument/2006/relationships/image" Target="../media/image5.jpg"/><Relationship Id="rId9" Type="http://schemas.openxmlformats.org/officeDocument/2006/relationships/image" Target="../media/image6.jpg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7.png"/><Relationship Id="rId4" Type="http://schemas.openxmlformats.org/officeDocument/2006/relationships/package" Target="../embeddings/Microsoft_Excel_Worksheet1.xlsx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8.png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9.jpg"/><Relationship Id="rId4" Type="http://schemas.openxmlformats.org/officeDocument/2006/relationships/image" Target="../media/image10.jpg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81584559" name="Title 1"/>
          <p:cNvSpPr>
            <a:spLocks noGrp="1"/>
          </p:cNvSpPr>
          <p:nvPr>
            <p:ph type="ctrTitle"/>
          </p:nvPr>
        </p:nvSpPr>
        <p:spPr bwMode="auto">
          <a:xfrm flipH="0" flipV="0">
            <a:off x="4595833" y="1637631"/>
            <a:ext cx="6720745" cy="1186447"/>
          </a:xfrm>
        </p:spPr>
        <p:txBody>
          <a:bodyPr vertOverflow="overflow" horzOverflow="overflow" vert="horz" wrap="square" lIns="91440" tIns="45720" rIns="91440" bIns="45720" numCol="1" spcCol="0" rtlCol="0" fromWordArt="0" anchor="ctr" anchorCtr="0" forceAA="0" upright="0" compatLnSpc="0">
            <a:normAutofit fontScale="90000" lnSpcReduction="2000"/>
          </a:bodyPr>
          <a:lstStyle/>
          <a:p>
            <a:pPr>
              <a:defRPr/>
            </a:pPr>
            <a:r>
              <a:rPr lang="en-US"/>
              <a:t>Clyx – </a:t>
            </a:r>
            <a:r>
              <a:rPr lang="ru-RU"/>
              <a:t>ОС Нового Поколения</a:t>
            </a:r>
            <a:endParaRPr lang="en-US"/>
          </a:p>
        </p:txBody>
      </p:sp>
      <p:sp>
        <p:nvSpPr>
          <p:cNvPr id="1463849354" name="Subtitle 2"/>
          <p:cNvSpPr>
            <a:spLocks noGrp="1"/>
          </p:cNvSpPr>
          <p:nvPr>
            <p:ph type="subTitle" idx="1"/>
          </p:nvPr>
        </p:nvSpPr>
        <p:spPr bwMode="auto">
          <a:xfrm>
            <a:off x="4655839" y="3068959"/>
            <a:ext cx="6720745" cy="720079"/>
          </a:xfrm>
        </p:spPr>
        <p:txBody>
          <a:bodyPr/>
          <a:lstStyle/>
          <a:p>
            <a:pPr>
              <a:defRPr/>
            </a:pPr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42075395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 marL="570252" indent="-570252">
              <a:buAutoNum type="romanUcPeriod"/>
              <a:defRPr/>
            </a:pPr>
            <a:r>
              <a:rPr lang="ru-RU"/>
              <a:t>Существующие ОС на базе </a:t>
            </a:r>
            <a:r>
              <a:rPr lang="en-US"/>
              <a:t>linux</a:t>
            </a:r>
            <a:endParaRPr/>
          </a:p>
        </p:txBody>
      </p:sp>
      <p:sp>
        <p:nvSpPr>
          <p:cNvPr id="637170414" name="Content Placeholder 2"/>
          <p:cNvSpPr>
            <a:spLocks noGrp="1"/>
          </p:cNvSpPr>
          <p:nvPr>
            <p:ph idx="1"/>
          </p:nvPr>
        </p:nvSpPr>
        <p:spPr bwMode="auto">
          <a:xfrm flipH="0" flipV="0">
            <a:off x="609598" y="1600200"/>
            <a:ext cx="8219021" cy="2784893"/>
          </a:xfrm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normAutofit/>
          </a:bodyPr>
          <a:lstStyle/>
          <a:p>
            <a:pPr>
              <a:defRPr/>
            </a:pPr>
            <a:r>
              <a:rPr lang="ru-RU" sz="2200" b="0" i="0" u="none" strike="noStrike" cap="none" spc="0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Arial"/>
                <a:cs typeface="Arial"/>
              </a:rPr>
              <a:t>В настоящее время существует большое количество дистрибутивов Linux, </a:t>
            </a:r>
            <a:r>
              <a:rPr lang="ru-RU" sz="2200" b="0" i="0" u="none" strike="noStrike" cap="none" spc="0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Arial"/>
                <a:cs typeface="Arial"/>
              </a:rPr>
              <a:t>таких как</a:t>
            </a:r>
            <a:r>
              <a:rPr lang="en-US" sz="2200" b="0" i="0" u="none" strike="noStrike" cap="none" spc="0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Arial"/>
                <a:cs typeface="Arial"/>
              </a:rPr>
              <a:t> </a:t>
            </a:r>
            <a:r>
              <a:rPr lang="en-US" sz="2200" b="1" i="0" u="none" strike="noStrike" cap="none" spc="0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Arial"/>
                <a:cs typeface="Arial"/>
              </a:rPr>
              <a:t>Debian</a:t>
            </a:r>
            <a:r>
              <a:rPr lang="en-US" sz="2200" b="0" i="0" u="none" strike="noStrike" cap="none" spc="0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Arial"/>
                <a:cs typeface="Arial"/>
              </a:rPr>
              <a:t>, </a:t>
            </a:r>
            <a:r>
              <a:rPr lang="en-US" sz="2200" b="1" i="0" u="none" strike="noStrike" cap="none" spc="0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Arial"/>
                <a:cs typeface="Arial"/>
              </a:rPr>
              <a:t>Ubuntu</a:t>
            </a:r>
            <a:r>
              <a:rPr lang="en-US" sz="2200" b="1" i="0" u="none" strike="noStrike" cap="none" spc="0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Arial"/>
                <a:cs typeface="Arial"/>
              </a:rPr>
              <a:t> </a:t>
            </a:r>
            <a:r>
              <a:rPr lang="en-US" sz="2200" b="0" i="0" u="none" strike="noStrike" cap="none" spc="0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Arial"/>
                <a:cs typeface="Arial"/>
              </a:rPr>
              <a:t>(</a:t>
            </a:r>
            <a:r>
              <a:rPr lang="ru-RU" sz="2200" b="0" i="0" u="none" strike="noStrike" cap="none" spc="0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Arial"/>
                <a:cs typeface="Arial"/>
              </a:rPr>
              <a:t>на базе </a:t>
            </a:r>
            <a:r>
              <a:rPr lang="en-US" sz="2200" b="0" i="0" u="none" strike="noStrike" cap="none" spc="0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Arial"/>
                <a:cs typeface="Arial"/>
              </a:rPr>
              <a:t>debian</a:t>
            </a:r>
            <a:r>
              <a:rPr lang="en-US" sz="2200" b="0" i="0" u="none" strike="noStrike" cap="none" spc="0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Arial"/>
                <a:cs typeface="Arial"/>
              </a:rPr>
              <a:t>)</a:t>
            </a:r>
            <a:r>
              <a:rPr lang="en-US" sz="2200" b="0" i="0" u="none" strike="noStrike" cap="none" spc="0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Arial"/>
                <a:cs typeface="Arial"/>
              </a:rPr>
              <a:t>, </a:t>
            </a:r>
            <a:r>
              <a:rPr lang="en-US" sz="2200" b="1" i="0" u="none" strike="noStrike" cap="none" spc="0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Arial"/>
                <a:cs typeface="Arial"/>
              </a:rPr>
              <a:t>ArchLinux</a:t>
            </a:r>
            <a:r>
              <a:rPr lang="en-US" sz="2200" b="0" i="0" u="none" strike="noStrike" cap="none" spc="0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Arial"/>
                <a:cs typeface="Arial"/>
              </a:rPr>
              <a:t>, </a:t>
            </a:r>
            <a:r>
              <a:rPr lang="en-US" sz="2200" b="1" i="0" u="none" strike="noStrike" cap="none" spc="0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Arial"/>
                <a:cs typeface="Arial"/>
              </a:rPr>
              <a:t>NixOS </a:t>
            </a:r>
            <a:r>
              <a:rPr lang="ru-RU" sz="2200" b="0" i="0" u="none" strike="noStrike" cap="none" spc="0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Arial"/>
                <a:cs typeface="Arial"/>
              </a:rPr>
              <a:t>и др</a:t>
            </a:r>
            <a:r>
              <a:rPr lang="en-US" sz="2200" b="0" i="0" u="none" strike="noStrike" cap="none" spc="0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Arial"/>
                <a:cs typeface="Arial"/>
              </a:rPr>
              <a:t>; </a:t>
            </a:r>
            <a:r>
              <a:rPr lang="ru-RU" sz="2200" b="0" i="0" u="none" strike="noStrike" cap="none" spc="0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Arial"/>
                <a:cs typeface="Arial"/>
              </a:rPr>
              <a:t>из российских – </a:t>
            </a:r>
            <a:r>
              <a:rPr lang="en-US" sz="2200" b="1" i="0" u="none" strike="noStrike" cap="none" spc="0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Arial"/>
                <a:cs typeface="Arial"/>
              </a:rPr>
              <a:t>Alt linux</a:t>
            </a:r>
            <a:r>
              <a:rPr lang="en-US" sz="2200" b="0" i="0" u="none" strike="noStrike" cap="none" spc="0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Arial"/>
                <a:cs typeface="Arial"/>
              </a:rPr>
              <a:t>, </a:t>
            </a:r>
            <a:r>
              <a:rPr lang="en-US" sz="2200" b="1" i="0" u="none" strike="noStrike" cap="none" spc="0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Arial"/>
                <a:cs typeface="Arial"/>
              </a:rPr>
              <a:t>Astra linux</a:t>
            </a:r>
            <a:r>
              <a:rPr lang="en-US" sz="2200" b="0" i="0" u="none" strike="noStrike" cap="none" spc="0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Arial"/>
                <a:cs typeface="Arial"/>
              </a:rPr>
              <a:t> (</a:t>
            </a:r>
            <a:r>
              <a:rPr lang="ru-RU" sz="2200" b="0" i="0" u="none" strike="noStrike" cap="none" spc="0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Arial"/>
                <a:cs typeface="Arial"/>
              </a:rPr>
              <a:t>на базе </a:t>
            </a:r>
            <a:r>
              <a:rPr lang="en-US" sz="2200" b="0" i="0" u="none" strike="noStrike" cap="none" spc="0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Arial"/>
                <a:cs typeface="Arial"/>
              </a:rPr>
              <a:t>debian</a:t>
            </a:r>
            <a:r>
              <a:rPr lang="en-US" sz="2200" b="0" i="0" u="none" strike="noStrike" cap="none" spc="0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Arial"/>
                <a:cs typeface="Arial"/>
              </a:rPr>
              <a:t>)</a:t>
            </a:r>
            <a:r>
              <a:rPr lang="ru-RU" sz="2200" b="0" i="0" u="none" strike="noStrike" cap="none" spc="0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Arial"/>
                <a:cs typeface="Arial"/>
              </a:rPr>
              <a:t>. </a:t>
            </a:r>
            <a:endParaRPr sz="2200" b="0" i="0" u="none" strike="noStrike" cap="none" spc="0">
              <a:solidFill>
                <a:schemeClr val="tx1">
                  <a:lumMod val="75000"/>
                  <a:lumOff val="25000"/>
                </a:schemeClr>
              </a:solidFill>
              <a:latin typeface="Arial"/>
              <a:ea typeface="Arial"/>
              <a:cs typeface="Arial"/>
            </a:endParaRPr>
          </a:p>
          <a:p>
            <a:pPr>
              <a:defRPr/>
            </a:pPr>
            <a:r>
              <a:rPr lang="ru-RU" sz="2200" b="0" i="0" u="none" strike="noStrike" cap="none" spc="0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Arial"/>
                <a:cs typeface="Arial"/>
              </a:rPr>
              <a:t>Они отличаются </a:t>
            </a:r>
            <a:r>
              <a:rPr lang="ru-RU" sz="2200" b="1" i="0" u="none" strike="noStrike" cap="none" spc="0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Arial"/>
                <a:cs typeface="Arial"/>
              </a:rPr>
              <a:t>внешним видом</a:t>
            </a:r>
            <a:r>
              <a:rPr lang="ru-RU" sz="2200" b="0" i="0" u="none" strike="noStrike" cap="none" spc="0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Arial"/>
                <a:cs typeface="Arial"/>
              </a:rPr>
              <a:t>, </a:t>
            </a:r>
            <a:r>
              <a:rPr lang="ru-RU" sz="2200" b="1" i="0" u="none" strike="noStrike" cap="none" spc="0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Arial"/>
                <a:cs typeface="Arial"/>
              </a:rPr>
              <a:t>способом установки программ</a:t>
            </a:r>
            <a:r>
              <a:rPr lang="ru-RU" sz="2200" b="0" i="0" u="none" strike="noStrike" cap="none" spc="0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Arial"/>
                <a:cs typeface="Arial"/>
              </a:rPr>
              <a:t>, </a:t>
            </a:r>
            <a:r>
              <a:rPr lang="ru-RU" sz="2200" b="1" i="0" u="none" strike="noStrike" cap="none" spc="0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Arial"/>
                <a:cs typeface="Arial"/>
              </a:rPr>
              <a:t>стабильностью</a:t>
            </a:r>
            <a:r>
              <a:rPr lang="ru-RU" sz="2200" b="0" i="0" u="none" strike="noStrike" cap="none" spc="0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Arial"/>
                <a:cs typeface="Arial"/>
              </a:rPr>
              <a:t>, </a:t>
            </a:r>
            <a:r>
              <a:rPr lang="ru-RU" sz="2200" b="1" i="0" u="none" strike="noStrike" cap="none" spc="0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Arial"/>
                <a:cs typeface="Arial"/>
              </a:rPr>
              <a:t>требованиями к оборудованию и назначением</a:t>
            </a:r>
            <a:r>
              <a:rPr lang="ru-RU" sz="2200" b="0" i="0" u="none" strike="noStrike" cap="none" spc="0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Arial"/>
                <a:cs typeface="Arial"/>
              </a:rPr>
              <a:t>. </a:t>
            </a:r>
            <a:endParaRPr sz="2200" b="0" i="0" u="none" strike="noStrike" cap="none" spc="0">
              <a:solidFill>
                <a:schemeClr val="tx1">
                  <a:lumMod val="75000"/>
                  <a:lumOff val="25000"/>
                </a:schemeClr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1308893785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 flipH="0" flipV="0">
            <a:off x="315960" y="4164102"/>
            <a:ext cx="2444884" cy="1902120"/>
          </a:xfrm>
          <a:prstGeom prst="rect">
            <a:avLst/>
          </a:prstGeom>
        </p:spPr>
      </p:pic>
      <p:pic>
        <p:nvPicPr>
          <p:cNvPr id="1965470380" name="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 flipH="0" flipV="0">
            <a:off x="2760845" y="4858429"/>
            <a:ext cx="1721610" cy="1147739"/>
          </a:xfrm>
          <a:prstGeom prst="rect">
            <a:avLst/>
          </a:prstGeom>
        </p:spPr>
      </p:pic>
      <p:pic>
        <p:nvPicPr>
          <p:cNvPr id="901389930" name=""/>
          <p:cNvPicPr>
            <a:picLocks noChangeAspect="1"/>
          </p:cNvPicPr>
          <p:nvPr/>
        </p:nvPicPr>
        <p:blipFill rotWithShape="1">
          <a:blip r:embed="rId5"/>
          <a:stretch/>
        </p:blipFill>
        <p:spPr bwMode="auto">
          <a:xfrm flipH="0" flipV="0">
            <a:off x="4719109" y="5115162"/>
            <a:ext cx="2640521" cy="875773"/>
          </a:xfrm>
          <a:prstGeom prst="rect">
            <a:avLst/>
          </a:prstGeom>
        </p:spPr>
      </p:pic>
      <p:pic>
        <p:nvPicPr>
          <p:cNvPr id="1425389656" name=""/>
          <p:cNvPicPr>
            <a:picLocks noChangeAspect="1"/>
          </p:cNvPicPr>
          <p:nvPr/>
        </p:nvPicPr>
        <p:blipFill rotWithShape="1"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/>
        </p:blipFill>
        <p:spPr bwMode="auto">
          <a:xfrm flipH="0" flipV="0">
            <a:off x="7244807" y="4648051"/>
            <a:ext cx="3167625" cy="1703024"/>
          </a:xfrm>
          <a:prstGeom prst="rect">
            <a:avLst/>
          </a:prstGeom>
        </p:spPr>
      </p:pic>
      <p:pic>
        <p:nvPicPr>
          <p:cNvPr id="872448068" name=""/>
          <p:cNvPicPr>
            <a:picLocks noChangeAspect="1"/>
          </p:cNvPicPr>
          <p:nvPr/>
        </p:nvPicPr>
        <p:blipFill rotWithShape="1">
          <a:blip r:embed="rId8"/>
          <a:stretch/>
        </p:blipFill>
        <p:spPr bwMode="auto">
          <a:xfrm flipH="0" flipV="0">
            <a:off x="9055645" y="2693897"/>
            <a:ext cx="2613697" cy="1470204"/>
          </a:xfrm>
          <a:prstGeom prst="rect">
            <a:avLst/>
          </a:prstGeom>
        </p:spPr>
      </p:pic>
      <p:pic>
        <p:nvPicPr>
          <p:cNvPr id="701973518" name=""/>
          <p:cNvPicPr>
            <a:picLocks noChangeAspect="1"/>
          </p:cNvPicPr>
          <p:nvPr/>
        </p:nvPicPr>
        <p:blipFill rotWithShape="1">
          <a:blip r:embed="rId9"/>
          <a:stretch/>
        </p:blipFill>
        <p:spPr bwMode="auto">
          <a:xfrm flipH="0" flipV="0">
            <a:off x="8828620" y="1600200"/>
            <a:ext cx="3067747" cy="116076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35712211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II. </a:t>
            </a:r>
            <a:r>
              <a:rPr lang="ru-RU"/>
              <a:t>Проблемы существующих ОС</a:t>
            </a:r>
            <a:endParaRPr/>
          </a:p>
        </p:txBody>
      </p:sp>
      <p:sp>
        <p:nvSpPr>
          <p:cNvPr id="636593573" name="Content Placeholder 2"/>
          <p:cNvSpPr>
            <a:spLocks noGrp="1"/>
          </p:cNvSpPr>
          <p:nvPr>
            <p:ph idx="1"/>
          </p:nvPr>
        </p:nvSpPr>
        <p:spPr bwMode="auto">
          <a:xfrm flipH="0" flipV="0">
            <a:off x="232193" y="1600200"/>
            <a:ext cx="3515825" cy="4525961"/>
          </a:xfrm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normAutofit/>
          </a:bodyPr>
          <a:lstStyle/>
          <a:p>
            <a:pPr>
              <a:defRPr/>
            </a:pPr>
            <a:r>
              <a:rPr lang="ru-RU" sz="2200" b="0" i="0" u="none" strike="noStrike" cap="none" spc="0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Arial"/>
                <a:cs typeface="Arial"/>
              </a:rPr>
              <a:t>Большинство решений </a:t>
            </a:r>
            <a:r>
              <a:rPr lang="ru-RU" sz="2200" b="1" i="0" u="none" strike="noStrike" cap="none" spc="0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Arial"/>
                <a:cs typeface="Arial"/>
              </a:rPr>
              <a:t>либо сложны</a:t>
            </a:r>
            <a:r>
              <a:rPr lang="ru-RU" sz="2200" b="0" i="0" u="none" strike="noStrike" cap="none" spc="0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Arial"/>
                <a:cs typeface="Arial"/>
              </a:rPr>
              <a:t> для массового пользователя, </a:t>
            </a:r>
            <a:r>
              <a:rPr lang="ru-RU" sz="2200" b="1" i="0" u="none" strike="noStrike" cap="none" spc="0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Arial"/>
                <a:cs typeface="Arial"/>
              </a:rPr>
              <a:t>либо ориентированы на узкие сценарии</a:t>
            </a:r>
            <a:r>
              <a:rPr lang="ru-RU" sz="2200" b="0" i="0" u="none" strike="noStrike" cap="none" spc="0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Arial"/>
                <a:cs typeface="Arial"/>
              </a:rPr>
              <a:t> – разработку, серверы, контейнеры.</a:t>
            </a:r>
            <a:endParaRPr sz="2200"/>
          </a:p>
        </p:txBody>
      </p:sp>
      <p:graphicFrame>
        <p:nvGraphicFramePr>
          <p:cNvPr id="693320960" name=""/>
          <p:cNvGraphicFramePr>
            <a:graphicFrameLocks xmlns:a="http://schemas.openxmlformats.org/drawingml/2006/main" noChangeAspect="1"/>
          </p:cNvGraphicFramePr>
          <p:nvPr/>
        </p:nvGraphicFramePr>
        <p:xfrm flipH="0" flipV="0">
          <a:off x="4035500" y="1417637"/>
          <a:ext cx="7898304" cy="4669481"/>
        </p:xfrm>
        <a:graphic>
          <a:graphicData uri="http://schemas.openxmlformats.org/presentationml/2006/ole">
            <p:oleObj name="oleObj" r:id="rId4" imgW="7896225" imgH="4667250" progId="Excel.Sheet.12">
              <p:embed/>
              <p:pic>
                <p:nvPicPr>
                  <p:cNvPr id="693320960" name=""/>
                  <p:cNvPicPr/>
                  <p:nvPr/>
                </p:nvPicPr>
                <p:blipFill rotWithShape="1">
                  <a:blip r:embed="rId3"/>
                  <a:stretch/>
                </p:blipFill>
                <p:spPr bwMode="auto">
                  <a:xfrm flipH="0" flipV="0">
                    <a:off x="4035500" y="1417637"/>
                    <a:ext cx="7898304" cy="4669481"/>
                  </a:xfrm>
                  <a:prstGeom prst="rect">
                    <a:avLst/>
                  </a:prstGeom>
                </p:spPr>
              </p:pic>
            </p:oleObj>
          </a:graphicData>
        </a:graphic>
      </p:graphicFrame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70908924" name="Title 1"/>
          <p:cNvSpPr>
            <a:spLocks noGrp="1"/>
          </p:cNvSpPr>
          <p:nvPr>
            <p:ph type="title"/>
          </p:nvPr>
        </p:nvSpPr>
        <p:spPr bwMode="auto"/>
        <p:txBody>
          <a:bodyPr vertOverflow="overflow" horzOverflow="overflow" vert="horz" wrap="square" lIns="91440" tIns="45720" rIns="91440" bIns="45720" numCol="1" spcCol="0" rtlCol="0" fromWordArt="0" anchor="ctr" anchorCtr="0" forceAA="0" upright="0" compatLnSpc="0">
            <a:normAutofit fontScale="95000" lnSpcReduction="1000"/>
          </a:bodyPr>
          <a:lstStyle/>
          <a:p>
            <a:pPr>
              <a:defRPr/>
            </a:pPr>
            <a:r>
              <a:rPr sz="3800"/>
              <a:t>III. </a:t>
            </a:r>
            <a:r>
              <a:rPr lang="ru-RU" sz="3800"/>
              <a:t>Сравнение</a:t>
            </a:r>
            <a:r>
              <a:rPr lang="en-US" sz="3800"/>
              <a:t> </a:t>
            </a:r>
            <a:r>
              <a:rPr lang="ru-RU" sz="3800"/>
              <a:t>декларативных ОС </a:t>
            </a:r>
            <a:r>
              <a:rPr lang="ru-RU" sz="3800"/>
              <a:t>с другими дистрибутивами (на примере </a:t>
            </a:r>
            <a:r>
              <a:rPr lang="en-US" sz="3800"/>
              <a:t>NixOS</a:t>
            </a:r>
            <a:r>
              <a:rPr lang="ru-RU" sz="3800"/>
              <a:t>)</a:t>
            </a:r>
            <a:endParaRPr sz="3800"/>
          </a:p>
        </p:txBody>
      </p:sp>
      <p:sp>
        <p:nvSpPr>
          <p:cNvPr id="292428022" name="Content Placeholder 2"/>
          <p:cNvSpPr>
            <a:spLocks noGrp="1"/>
          </p:cNvSpPr>
          <p:nvPr>
            <p:ph idx="1"/>
          </p:nvPr>
        </p:nvSpPr>
        <p:spPr bwMode="auto"/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normAutofit fontScale="95000" lnSpcReduction="1000"/>
          </a:bodyPr>
          <a:lstStyle/>
          <a:p>
            <a:pPr>
              <a:defRPr/>
            </a:pPr>
            <a:r>
              <a:rPr lang="ru-RU" sz="2400"/>
              <a:t>В отличие от классических дистрибутивов, ОС подобные </a:t>
            </a:r>
            <a:r>
              <a:rPr lang="en-US" sz="2400"/>
              <a:t>NixOS </a:t>
            </a:r>
            <a:r>
              <a:rPr lang="ru-RU" sz="2400"/>
              <a:t>управляются конфигурацией, к которой система приводится автоматически, а не командами вручную</a:t>
            </a:r>
            <a:r>
              <a:rPr lang="ru-RU" sz="2400"/>
              <a:t>.</a:t>
            </a:r>
            <a:endParaRPr sz="2400"/>
          </a:p>
          <a:p>
            <a:pPr>
              <a:defRPr/>
            </a:pPr>
            <a:r>
              <a:rPr lang="ru-RU" sz="2400"/>
              <a:t>Плюсы </a:t>
            </a:r>
            <a:r>
              <a:rPr lang="en-US" sz="2400"/>
              <a:t>NixOS:</a:t>
            </a:r>
            <a:endParaRPr sz="2400"/>
          </a:p>
          <a:p>
            <a:pPr lvl="1">
              <a:defRPr/>
            </a:pPr>
            <a:r>
              <a:rPr lang="ru-RU" sz="2400"/>
              <a:t>Пакеты изолированны друг от друга, </a:t>
            </a:r>
            <a:r>
              <a:rPr lang="ru-RU" sz="2400" b="1"/>
              <a:t>конфликты </a:t>
            </a:r>
            <a:r>
              <a:rPr lang="ru-RU" sz="2400"/>
              <a:t>архитектурно </a:t>
            </a:r>
            <a:r>
              <a:rPr lang="ru-RU" sz="2400" b="1"/>
              <a:t>невозможны</a:t>
            </a:r>
            <a:r>
              <a:rPr lang="ru-RU" sz="2400"/>
              <a:t>.</a:t>
            </a:r>
            <a:endParaRPr sz="2400"/>
          </a:p>
          <a:p>
            <a:pPr lvl="1">
              <a:defRPr/>
            </a:pPr>
            <a:r>
              <a:rPr lang="ru-RU" sz="2400" b="1"/>
              <a:t>Возможность отката</a:t>
            </a:r>
            <a:r>
              <a:rPr lang="ru-RU" sz="2400"/>
              <a:t> к предыдущей версии конфигурации.</a:t>
            </a:r>
            <a:endParaRPr lang="ru-RU" sz="2400"/>
          </a:p>
          <a:p>
            <a:pPr lvl="1">
              <a:defRPr/>
            </a:pPr>
            <a:r>
              <a:rPr lang="ru-RU" sz="2400"/>
              <a:t>Из одной конфигурации можно развернуть </a:t>
            </a:r>
            <a:r>
              <a:rPr lang="ru-RU" sz="2400" b="1"/>
              <a:t>множество одинаковых машин</a:t>
            </a:r>
            <a:r>
              <a:rPr lang="ru-RU" sz="2400"/>
              <a:t>, например, для офиса или кластеров серверов</a:t>
            </a:r>
            <a:endParaRPr lang="ru-RU" sz="2400"/>
          </a:p>
          <a:p>
            <a:pPr lvl="0">
              <a:defRPr/>
            </a:pPr>
            <a:r>
              <a:rPr lang="ru-RU" sz="2800"/>
              <a:t>Минусы </a:t>
            </a:r>
            <a:r>
              <a:rPr lang="en-US" sz="2800"/>
              <a:t>NixOS:</a:t>
            </a:r>
            <a:endParaRPr lang="en-US" sz="2800"/>
          </a:p>
          <a:p>
            <a:pPr lvl="1">
              <a:defRPr/>
            </a:pPr>
            <a:r>
              <a:rPr lang="ru-RU" sz="2400" b="1"/>
              <a:t>Высокий порог входа</a:t>
            </a:r>
            <a:r>
              <a:rPr lang="ru-RU" sz="2400"/>
              <a:t>, необходимость </a:t>
            </a:r>
            <a:r>
              <a:rPr lang="ru-RU" sz="2400" b="1"/>
              <a:t>учить язык программирования </a:t>
            </a:r>
            <a:r>
              <a:rPr lang="en-US" sz="2400" b="1"/>
              <a:t>nix</a:t>
            </a:r>
            <a:endParaRPr sz="24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86632588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III. </a:t>
            </a:r>
            <a:r>
              <a:rPr lang="ru-RU"/>
              <a:t>Способы решения проблем</a:t>
            </a:r>
            <a:endParaRPr/>
          </a:p>
        </p:txBody>
      </p:sp>
      <p:sp>
        <p:nvSpPr>
          <p:cNvPr id="1766749368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>
              <a:defRPr/>
            </a:pPr>
            <a:r>
              <a:rPr lang="ru-RU"/>
              <a:t>Конфигурация в </a:t>
            </a:r>
            <a:r>
              <a:rPr lang="en-US"/>
              <a:t>Clyx </a:t>
            </a:r>
            <a:r>
              <a:rPr lang="ru-RU"/>
              <a:t>должна быть выполнена в конфигурационном языке, поддерживающим </a:t>
            </a:r>
            <a:r>
              <a:rPr lang="en-US"/>
              <a:t>LSP (</a:t>
            </a:r>
            <a:r>
              <a:rPr lang="ru-RU" b="1"/>
              <a:t>автодополнение</a:t>
            </a:r>
            <a:r>
              <a:rPr lang="ru-RU"/>
              <a:t>, </a:t>
            </a:r>
            <a:r>
              <a:rPr lang="ru-RU" b="1"/>
              <a:t>указание ошибок</a:t>
            </a:r>
            <a:r>
              <a:rPr lang="en-US"/>
              <a:t>)</a:t>
            </a:r>
            <a:r>
              <a:rPr lang="ru-RU"/>
              <a:t> и изменение конфигурации программой </a:t>
            </a:r>
            <a:r>
              <a:rPr lang="ru-RU" b="1"/>
              <a:t>без потерь форматирования</a:t>
            </a:r>
            <a:r>
              <a:rPr lang="ru-RU"/>
              <a:t>. Это дает </a:t>
            </a:r>
            <a:r>
              <a:rPr lang="ru-RU" b="1"/>
              <a:t>простоту</a:t>
            </a:r>
            <a:r>
              <a:rPr lang="ru-RU"/>
              <a:t>, возможность сделать </a:t>
            </a:r>
            <a:r>
              <a:rPr lang="ru-RU" b="1"/>
              <a:t>графическую программу для управления системой</a:t>
            </a:r>
            <a:r>
              <a:rPr lang="ru-RU" b="0"/>
              <a:t>.</a:t>
            </a:r>
            <a:endParaRPr b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83167636" name="Title 1"/>
          <p:cNvSpPr>
            <a:spLocks noGrp="1"/>
          </p:cNvSpPr>
          <p:nvPr>
            <p:ph type="title"/>
          </p:nvPr>
        </p:nvSpPr>
        <p:spPr bwMode="auto"/>
        <p:txBody>
          <a:bodyPr vertOverflow="overflow" horzOverflow="overflow" vert="horz" wrap="square" lIns="91440" tIns="45720" rIns="91440" bIns="45720" numCol="1" spcCol="0" rtlCol="0" fromWordArt="0" anchor="ctr" anchorCtr="0" forceAA="0" upright="0" compatLnSpc="0">
            <a:normAutofit fontScale="90000" lnSpcReduction="2000"/>
          </a:bodyPr>
          <a:lstStyle/>
          <a:p>
            <a:pPr>
              <a:defRPr/>
            </a:pPr>
            <a:r>
              <a:rPr/>
              <a:t>IV. </a:t>
            </a:r>
            <a:r>
              <a:rPr lang="ru-RU"/>
              <a:t>Основные принципы </a:t>
            </a:r>
            <a:r>
              <a:rPr lang="en-US"/>
              <a:t>Clyx:</a:t>
            </a:r>
            <a:br>
              <a:rPr lang="en-US"/>
            </a:br>
            <a:r>
              <a:rPr lang="ru-RU"/>
              <a:t>Декларативность</a:t>
            </a:r>
            <a:endParaRPr/>
          </a:p>
        </p:txBody>
      </p:sp>
      <p:sp>
        <p:nvSpPr>
          <p:cNvPr id="668977431" name="Content Placeholder 3"/>
          <p:cNvSpPr>
            <a:spLocks noGrp="1"/>
          </p:cNvSpPr>
          <p:nvPr>
            <p:ph sz="half" idx="2"/>
          </p:nvPr>
        </p:nvSpPr>
        <p:spPr bwMode="auto">
          <a:xfrm flipH="0" flipV="0">
            <a:off x="5482762" y="1600200"/>
            <a:ext cx="6099633" cy="4525960"/>
          </a:xfrm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>
              <a:defRPr/>
            </a:pPr>
            <a:r>
              <a:rPr lang="ru-RU" sz="1800" b="1"/>
              <a:t>Декларативность</a:t>
            </a:r>
            <a:r>
              <a:rPr lang="ru-RU" sz="1800" b="0"/>
              <a:t> – система, конечное состояние которой описано в конфигурационном файле, а не достигается вручную (императивными коммандами). </a:t>
            </a:r>
            <a:endParaRPr sz="1800" b="0"/>
          </a:p>
          <a:p>
            <a:pPr>
              <a:defRPr/>
            </a:pPr>
            <a:r>
              <a:rPr lang="ru-RU" sz="1800" b="0"/>
              <a:t>Декларативный подход </a:t>
            </a:r>
            <a:r>
              <a:rPr lang="ru-RU" sz="1800" b="1"/>
              <a:t>исключает вероятность ошибки</a:t>
            </a:r>
            <a:r>
              <a:rPr lang="ru-RU" sz="1800" b="0"/>
              <a:t> оператора </a:t>
            </a:r>
            <a:r>
              <a:rPr lang="ru-RU" sz="1800" b="1"/>
              <a:t>при ручном управлении</a:t>
            </a:r>
            <a:r>
              <a:rPr lang="ru-RU" sz="1800" b="0"/>
              <a:t> системой</a:t>
            </a:r>
            <a:r>
              <a:rPr lang="ru-RU" sz="1800" b="0"/>
              <a:t>.</a:t>
            </a:r>
            <a:endParaRPr sz="1800" b="0"/>
          </a:p>
          <a:p>
            <a:pPr>
              <a:defRPr/>
            </a:pPr>
            <a:r>
              <a:rPr lang="ru-RU" sz="1800" b="0"/>
              <a:t>В декларативной системе можно нативно реализовать функцию </a:t>
            </a:r>
            <a:r>
              <a:rPr lang="ru-RU" sz="1800" b="1"/>
              <a:t>откатов</a:t>
            </a:r>
            <a:r>
              <a:rPr lang="en-US" sz="1800" b="0"/>
              <a:t>: </a:t>
            </a:r>
            <a:r>
              <a:rPr lang="ru-RU" sz="1800" b="0"/>
              <a:t>если что то сломалось, можно просто </a:t>
            </a:r>
            <a:r>
              <a:rPr lang="ru-RU" sz="1800" b="1"/>
              <a:t>вернуться к предыдущей конфигурации</a:t>
            </a:r>
            <a:r>
              <a:rPr lang="ru-RU" sz="1800" b="0"/>
              <a:t>.</a:t>
            </a:r>
            <a:endParaRPr lang="ru-RU" sz="1800" b="0"/>
          </a:p>
          <a:p>
            <a:pPr>
              <a:defRPr/>
            </a:pPr>
            <a:r>
              <a:rPr lang="ru-RU" sz="1800" b="0"/>
              <a:t>Имея конфиг системы, можно сделать ее точную копию. </a:t>
            </a:r>
            <a:r>
              <a:rPr lang="ru-RU" sz="1800" b="0"/>
              <a:t>Это упрощает </a:t>
            </a:r>
            <a:r>
              <a:rPr lang="ru-RU" sz="1800" b="1"/>
              <a:t>развертывание системы на множество устройств</a:t>
            </a:r>
            <a:r>
              <a:rPr lang="en-US" sz="1800" b="0"/>
              <a:t>: </a:t>
            </a:r>
            <a:r>
              <a:rPr lang="ru-RU" sz="1800" b="0"/>
              <a:t>офисы, школьные ноутбуки и т.д.</a:t>
            </a:r>
            <a:endParaRPr sz="1800" b="0"/>
          </a:p>
        </p:txBody>
      </p:sp>
      <p:pic>
        <p:nvPicPr>
          <p:cNvPr id="338890334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 flipH="0" flipV="0">
            <a:off x="609598" y="976995"/>
            <a:ext cx="4176150" cy="514916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08725564" name="Title 1"/>
          <p:cNvSpPr>
            <a:spLocks noGrp="1"/>
          </p:cNvSpPr>
          <p:nvPr>
            <p:ph type="title"/>
          </p:nvPr>
        </p:nvSpPr>
        <p:spPr bwMode="auto"/>
        <p:txBody>
          <a:bodyPr vertOverflow="overflow" horzOverflow="overflow" vert="horz" wrap="square" lIns="91440" tIns="45720" rIns="91440" bIns="45720" numCol="1" spcCol="0" rtlCol="0" fromWordArt="0" anchor="ctr" anchorCtr="0" forceAA="0" upright="0" compatLnSpc="0">
            <a:normAutofit fontScale="90000" lnSpcReduction="2000"/>
          </a:bodyPr>
          <a:lstStyle/>
          <a:p>
            <a:pPr>
              <a:defRPr/>
            </a:pPr>
            <a:r>
              <a:rPr lang="en-US" sz="4400" b="0" i="0" u="none" strike="noStrike" cap="none" spc="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  <a:ea typeface="+mj-ea"/>
                <a:cs typeface="+mj-cs"/>
              </a:rPr>
              <a:t>IV. </a:t>
            </a:r>
            <a:r>
              <a:rPr lang="ru-RU" sz="4400" b="0" i="0" u="none" strike="noStrike" cap="none" spc="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  <a:ea typeface="+mj-ea"/>
                <a:cs typeface="+mj-cs"/>
              </a:rPr>
              <a:t>Основные принципы </a:t>
            </a:r>
            <a:r>
              <a:rPr lang="en-US" sz="4400" b="0" i="0" u="none" strike="noStrike" cap="none" spc="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  <a:ea typeface="+mj-ea"/>
                <a:cs typeface="+mj-cs"/>
              </a:rPr>
              <a:t>Clyx:</a:t>
            </a:r>
            <a:br>
              <a:rPr lang="en-US" sz="4400" b="0" i="0" u="none" strike="noStrike" cap="none" spc="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  <a:ea typeface="+mj-ea"/>
                <a:cs typeface="+mj-cs"/>
              </a:rPr>
            </a:br>
            <a:r>
              <a:rPr lang="ru-RU" sz="4400" b="0" i="0" u="none" strike="noStrike" cap="none" spc="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  <a:ea typeface="+mj-ea"/>
                <a:cs typeface="+mj-cs"/>
              </a:rPr>
              <a:t>Декларативность</a:t>
            </a:r>
            <a:endParaRPr sz="4400"/>
          </a:p>
        </p:txBody>
      </p:sp>
      <p:sp>
        <p:nvSpPr>
          <p:cNvPr id="1187594004" name="Content Placeholder 2"/>
          <p:cNvSpPr>
            <a:spLocks noGrp="1"/>
          </p:cNvSpPr>
          <p:nvPr>
            <p:ph sz="half" idx="1"/>
          </p:nvPr>
        </p:nvSpPr>
        <p:spPr bwMode="auto">
          <a:xfrm flipH="0" flipV="0">
            <a:off x="609598" y="1600200"/>
            <a:ext cx="5384799" cy="572167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>
              <a:defRPr/>
            </a:pPr>
            <a:r>
              <a:rPr lang="ru-RU"/>
              <a:t>Императивная система</a:t>
            </a:r>
            <a:endParaRPr/>
          </a:p>
        </p:txBody>
      </p:sp>
      <p:sp>
        <p:nvSpPr>
          <p:cNvPr id="872965775" name="Content Placeholder 3"/>
          <p:cNvSpPr>
            <a:spLocks noGrp="1"/>
          </p:cNvSpPr>
          <p:nvPr>
            <p:ph sz="half" idx="2"/>
          </p:nvPr>
        </p:nvSpPr>
        <p:spPr bwMode="auto">
          <a:xfrm flipH="0" flipV="0">
            <a:off x="6197598" y="1600200"/>
            <a:ext cx="5384799" cy="572167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>
              <a:defRPr/>
            </a:pPr>
            <a:r>
              <a:rPr lang="ru-RU"/>
              <a:t>Декларативная система</a:t>
            </a:r>
            <a:endParaRPr/>
          </a:p>
        </p:txBody>
      </p:sp>
      <p:sp>
        <p:nvSpPr>
          <p:cNvPr id="1762573031" name=""/>
          <p:cNvSpPr/>
          <p:nvPr/>
        </p:nvSpPr>
        <p:spPr bwMode="auto">
          <a:xfrm rot="0" flipH="0" flipV="0">
            <a:off x="1584009" y="2740526"/>
            <a:ext cx="1948821" cy="534736"/>
          </a:xfrm>
          <a:prstGeom prst="flowChartAlternateProces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r>
              <a:rPr lang="ru-RU"/>
              <a:t>Исх. Состояние</a:t>
            </a:r>
            <a:endParaRPr/>
          </a:p>
        </p:txBody>
      </p:sp>
      <p:sp>
        <p:nvSpPr>
          <p:cNvPr id="544955250" name=""/>
          <p:cNvSpPr/>
          <p:nvPr/>
        </p:nvSpPr>
        <p:spPr bwMode="auto">
          <a:xfrm rot="0" flipH="0" flipV="0">
            <a:off x="1584009" y="5800557"/>
            <a:ext cx="1948821" cy="534735"/>
          </a:xfrm>
          <a:prstGeom prst="flowChartAlternateProces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r>
              <a:rPr lang="ru-RU"/>
              <a:t>Цел. Состояние</a:t>
            </a:r>
            <a:endParaRPr/>
          </a:p>
        </p:txBody>
      </p:sp>
      <p:sp>
        <p:nvSpPr>
          <p:cNvPr id="440842549" name=""/>
          <p:cNvSpPr/>
          <p:nvPr/>
        </p:nvSpPr>
        <p:spPr bwMode="auto">
          <a:xfrm rot="0" flipH="0" flipV="0">
            <a:off x="2363095" y="3342105"/>
            <a:ext cx="350920" cy="2356184"/>
          </a:xfrm>
          <a:prstGeom prst="downArrow">
            <a:avLst>
              <a:gd name="adj1" fmla="val 50000"/>
              <a:gd name="adj2" fmla="val 5000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20834581" name=""/>
          <p:cNvSpPr/>
          <p:nvPr/>
        </p:nvSpPr>
        <p:spPr bwMode="auto">
          <a:xfrm rot="0" flipH="0" flipV="0">
            <a:off x="2697305" y="3509210"/>
            <a:ext cx="2155657" cy="38434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r>
              <a:rPr lang="ru-RU"/>
              <a:t>Команда</a:t>
            </a:r>
            <a:r>
              <a:rPr lang="ru-RU"/>
              <a:t> 1</a:t>
            </a:r>
            <a:endParaRPr/>
          </a:p>
        </p:txBody>
      </p:sp>
      <p:sp>
        <p:nvSpPr>
          <p:cNvPr id="684860971" name=""/>
          <p:cNvSpPr/>
          <p:nvPr/>
        </p:nvSpPr>
        <p:spPr bwMode="auto">
          <a:xfrm rot="0" flipH="0" flipV="0">
            <a:off x="2714016" y="4135855"/>
            <a:ext cx="2155656" cy="38434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r>
              <a:rPr lang="ru-RU"/>
              <a:t>Команда </a:t>
            </a:r>
            <a:r>
              <a:rPr lang="ru-RU"/>
              <a:t>2</a:t>
            </a:r>
            <a:endParaRPr/>
          </a:p>
        </p:txBody>
      </p:sp>
      <p:sp>
        <p:nvSpPr>
          <p:cNvPr id="271065857" name=""/>
          <p:cNvSpPr/>
          <p:nvPr/>
        </p:nvSpPr>
        <p:spPr bwMode="auto">
          <a:xfrm rot="0" flipH="0" flipV="0">
            <a:off x="2714016" y="4714372"/>
            <a:ext cx="2155656" cy="59957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r>
              <a:rPr lang="ru-RU"/>
              <a:t>Ручной запуск программ</a:t>
            </a:r>
            <a:endParaRPr/>
          </a:p>
        </p:txBody>
      </p:sp>
      <p:sp>
        <p:nvSpPr>
          <p:cNvPr id="768029606" name=""/>
          <p:cNvSpPr/>
          <p:nvPr/>
        </p:nvSpPr>
        <p:spPr bwMode="auto">
          <a:xfrm rot="0" flipH="0" flipV="0">
            <a:off x="7250882" y="2740526"/>
            <a:ext cx="1948821" cy="534735"/>
          </a:xfrm>
          <a:prstGeom prst="flowChartAlternateProces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r>
              <a:rPr lang="ru-RU"/>
              <a:t>Исх. Состояние</a:t>
            </a:r>
            <a:endParaRPr/>
          </a:p>
        </p:txBody>
      </p:sp>
      <p:sp>
        <p:nvSpPr>
          <p:cNvPr id="135775756" name=""/>
          <p:cNvSpPr/>
          <p:nvPr/>
        </p:nvSpPr>
        <p:spPr bwMode="auto">
          <a:xfrm rot="0" flipH="0" flipV="0">
            <a:off x="7250882" y="5800557"/>
            <a:ext cx="1948821" cy="534735"/>
          </a:xfrm>
          <a:prstGeom prst="flowChartAlternateProces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r>
              <a:rPr lang="ru-RU"/>
              <a:t>Цел. Состояние</a:t>
            </a:r>
            <a:endParaRPr/>
          </a:p>
        </p:txBody>
      </p:sp>
      <p:sp>
        <p:nvSpPr>
          <p:cNvPr id="1325362793" name=""/>
          <p:cNvSpPr/>
          <p:nvPr/>
        </p:nvSpPr>
        <p:spPr bwMode="auto">
          <a:xfrm rot="0" flipH="0" flipV="0">
            <a:off x="8029968" y="3342105"/>
            <a:ext cx="350920" cy="2356183"/>
          </a:xfrm>
          <a:prstGeom prst="downArrow">
            <a:avLst>
              <a:gd name="adj1" fmla="val 50000"/>
              <a:gd name="adj2" fmla="val 5000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638247887" name=""/>
          <p:cNvSpPr/>
          <p:nvPr/>
        </p:nvSpPr>
        <p:spPr bwMode="auto">
          <a:xfrm rot="0" flipH="0" flipV="0">
            <a:off x="8364178" y="3509210"/>
            <a:ext cx="2155656" cy="62664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r>
              <a:rPr lang="ru-RU"/>
              <a:t>Описание системы</a:t>
            </a:r>
            <a:endParaRPr/>
          </a:p>
        </p:txBody>
      </p:sp>
      <p:sp>
        <p:nvSpPr>
          <p:cNvPr id="1370434456" name=""/>
          <p:cNvSpPr/>
          <p:nvPr/>
        </p:nvSpPr>
        <p:spPr bwMode="auto">
          <a:xfrm rot="0" flipH="0" flipV="0">
            <a:off x="8380888" y="4714373"/>
            <a:ext cx="2155656" cy="59957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r>
              <a:rPr lang="ru-RU" sz="1800" b="0" i="0" u="none" strike="noStrike" cap="none" spc="0">
                <a:solidFill>
                  <a:schemeClr val="lt1"/>
                </a:solidFill>
                <a:latin typeface="+mn-lt"/>
                <a:ea typeface="+mn-ea"/>
                <a:cs typeface="+mn-cs"/>
              </a:rPr>
              <a:t>Применение конфигурации</a:t>
            </a:r>
            <a:endParaRPr sz="18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68936171" name="Title 1"/>
          <p:cNvSpPr>
            <a:spLocks noGrp="1"/>
          </p:cNvSpPr>
          <p:nvPr>
            <p:ph type="title"/>
          </p:nvPr>
        </p:nvSpPr>
        <p:spPr bwMode="auto"/>
        <p:txBody>
          <a:bodyPr vertOverflow="overflow" horzOverflow="overflow" vert="horz" wrap="square" lIns="91440" tIns="45720" rIns="91440" bIns="45720" numCol="1" spcCol="0" rtlCol="0" fromWordArt="0" anchor="ctr" anchorCtr="0" forceAA="0" upright="0" compatLnSpc="0">
            <a:normAutofit fontScale="90000" lnSpcReduction="2000"/>
          </a:bodyPr>
          <a:lstStyle/>
          <a:p>
            <a:pPr>
              <a:defRPr/>
            </a:pPr>
            <a:r>
              <a:rPr lang="en-US" sz="4400" b="0" i="0" u="none" strike="noStrike" cap="none" spc="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ea typeface="Arial"/>
                <a:cs typeface="Arial"/>
              </a:rPr>
              <a:t>IV. </a:t>
            </a:r>
            <a:r>
              <a:rPr lang="ru-RU" sz="4400" b="0" i="0" u="none" strike="noStrike" cap="none" spc="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ea typeface="Arial"/>
                <a:cs typeface="Arial"/>
              </a:rPr>
              <a:t>Основные принципы </a:t>
            </a:r>
            <a:r>
              <a:rPr lang="en-US" sz="4400" b="0" i="0" u="none" strike="noStrike" cap="none" spc="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ea typeface="Arial"/>
                <a:cs typeface="Arial"/>
              </a:rPr>
              <a:t>Clyx:</a:t>
            </a:r>
            <a:br>
              <a:rPr lang="en-US" sz="4400" b="0" i="0" u="none" strike="noStrike" cap="none" spc="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ea typeface="Arial"/>
                <a:cs typeface="Arial"/>
              </a:rPr>
            </a:br>
            <a:r>
              <a:rPr lang="ru-RU" sz="4400" b="0" i="0" u="none" strike="noStrike" cap="none" spc="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ea typeface="Arial"/>
                <a:cs typeface="Arial"/>
              </a:rPr>
              <a:t>Декларативность</a:t>
            </a:r>
            <a:endParaRPr sz="4400"/>
          </a:p>
        </p:txBody>
      </p:sp>
      <p:sp>
        <p:nvSpPr>
          <p:cNvPr id="1998605005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598" y="1535112"/>
            <a:ext cx="5386916" cy="639761"/>
          </a:xfrm>
        </p:spPr>
        <p:txBody>
          <a:bodyPr vertOverflow="overflow" horzOverflow="overflow" vert="horz" wrap="square" lIns="91440" tIns="45720" rIns="91440" bIns="45720" numCol="1" spcCol="0" rtlCol="0" fromWordArt="0" anchor="b" anchorCtr="0" forceAA="0" upright="0" compatLnSpc="0">
            <a:normAutofit/>
          </a:bodyPr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>
              <a:defRPr/>
            </a:pPr>
            <a:r>
              <a:rPr lang="ru-RU" sz="2200"/>
              <a:t>Императивная система</a:t>
            </a:r>
            <a:r>
              <a:rPr sz="2200"/>
              <a:t> (archlinux)</a:t>
            </a:r>
            <a:endParaRPr sz="2200"/>
          </a:p>
        </p:txBody>
      </p:sp>
      <p:sp>
        <p:nvSpPr>
          <p:cNvPr id="1222796122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609598" y="2174873"/>
            <a:ext cx="5386916" cy="3951288"/>
          </a:xfrm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normAutofit fontScale="95000" lnSpcReduction="1000"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>
              <a:defRPr/>
            </a:pPr>
            <a:r>
              <a:rPr lang="ru-RU" sz="2400" b="0" i="0" u="none" strike="noStrike" cap="none" spc="0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Arial"/>
                <a:cs typeface="Arial"/>
              </a:rPr>
              <a:t>Ввод комманд</a:t>
            </a:r>
            <a:r>
              <a:rPr lang="en-US" sz="2400" b="0" i="0" u="none" strike="noStrike" cap="none" spc="0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Arial"/>
                <a:cs typeface="Arial"/>
              </a:rPr>
              <a:t>:</a:t>
            </a:r>
            <a:endParaRPr sz="2400"/>
          </a:p>
          <a:p>
            <a:pPr marL="0" indent="0">
              <a:buFont typeface="Arial"/>
              <a:buNone/>
              <a:defRPr/>
            </a:pPr>
            <a:r>
              <a:rPr lang="en-US" sz="2400" b="0" i="0" u="none" strike="noStrike" cap="none" spc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rPr>
              <a:t>sudo pacman –Syu</a:t>
            </a:r>
            <a:endParaRPr lang="en-US" sz="2400" b="0" i="0" u="none" strike="noStrike" cap="none" spc="0">
              <a:solidFill>
                <a:schemeClr val="tx1">
                  <a:lumMod val="75000"/>
                  <a:lumOff val="25000"/>
                </a:schemeClr>
              </a:solidFill>
              <a:latin typeface="Times New Roman"/>
              <a:cs typeface="Times New Roman"/>
            </a:endParaRPr>
          </a:p>
          <a:p>
            <a:pPr marL="0" indent="0">
              <a:buFont typeface="Arial"/>
              <a:buNone/>
              <a:defRPr/>
            </a:pPr>
            <a:r>
              <a:rPr lang="en-US" sz="2400" b="0" i="0" u="none" strike="noStrike" cap="none" spc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rPr>
              <a:t>sudo pacman –S postgresql</a:t>
            </a:r>
            <a:endParaRPr lang="en-US" sz="2400" b="0" i="0" u="none" strike="noStrike" cap="none" spc="0">
              <a:solidFill>
                <a:schemeClr val="tx1">
                  <a:lumMod val="75000"/>
                  <a:lumOff val="25000"/>
                </a:schemeClr>
              </a:solidFill>
              <a:latin typeface="Times New Roman"/>
              <a:cs typeface="Times New Roman"/>
            </a:endParaRPr>
          </a:p>
          <a:p>
            <a:pPr marL="0" indent="0">
              <a:buFont typeface="Arial"/>
              <a:buNone/>
              <a:defRPr/>
            </a:pPr>
            <a:r>
              <a:rPr lang="en-US" sz="2400" b="0" i="0" u="none" strike="noStrike" cap="none" spc="0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Arial"/>
                <a:cs typeface="Arial"/>
              </a:rPr>
              <a:t>sudo -iu postgres</a:t>
            </a:r>
            <a:endParaRPr lang="en-US" sz="2400" b="0" i="0" u="none" strike="noStrike" cap="none" spc="0">
              <a:solidFill>
                <a:schemeClr val="tx1">
                  <a:lumMod val="75000"/>
                  <a:lumOff val="25000"/>
                </a:schemeClr>
              </a:solidFill>
              <a:latin typeface="Times New Roman"/>
              <a:cs typeface="Times New Roman"/>
            </a:endParaRPr>
          </a:p>
          <a:p>
            <a:pPr marL="0" indent="0">
              <a:buFont typeface="Arial"/>
              <a:buNone/>
              <a:defRPr/>
            </a:pPr>
            <a:r>
              <a:rPr lang="en-US" sz="2400" b="0" i="0" u="none" strike="noStrike" cap="none" spc="0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Arial"/>
                <a:cs typeface="Arial"/>
              </a:rPr>
              <a:t>initdb --locale $LANG -E UTF8 -D '/var/lib/postgres/data' --data-checksums</a:t>
            </a:r>
            <a:endParaRPr lang="en-US" sz="2400" b="0" i="0" u="none" strike="noStrike" cap="none" spc="0">
              <a:solidFill>
                <a:schemeClr val="tx1">
                  <a:lumMod val="75000"/>
                  <a:lumOff val="25000"/>
                </a:schemeClr>
              </a:solidFill>
              <a:latin typeface="Times New Roman"/>
              <a:cs typeface="Times New Roman"/>
            </a:endParaRPr>
          </a:p>
          <a:p>
            <a:pPr marL="0" indent="0">
              <a:buFont typeface="Arial"/>
              <a:buNone/>
              <a:defRPr/>
            </a:pPr>
            <a:r>
              <a:rPr lang="en-US" sz="2400" b="0" i="0" u="none" strike="noStrike" cap="none" spc="0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Arial"/>
                <a:cs typeface="Arial"/>
              </a:rPr>
              <a:t>exit</a:t>
            </a:r>
            <a:endParaRPr lang="en-US" sz="2400" b="0" i="0" u="none" strike="noStrike" cap="none" spc="0">
              <a:solidFill>
                <a:schemeClr val="tx1">
                  <a:lumMod val="75000"/>
                  <a:lumOff val="25000"/>
                </a:schemeClr>
              </a:solidFill>
              <a:latin typeface="Times New Roman"/>
              <a:cs typeface="Times New Roman"/>
            </a:endParaRPr>
          </a:p>
          <a:p>
            <a:pPr marL="0" indent="0">
              <a:buFont typeface="Arial"/>
              <a:buNone/>
              <a:defRPr/>
            </a:pPr>
            <a:r>
              <a:rPr lang="en-US" sz="2400" b="0" i="0" u="none" strike="noStrike" cap="none" spc="0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Arial"/>
                <a:cs typeface="Arial"/>
              </a:rPr>
              <a:t>sudo systemctl enable postgresql</a:t>
            </a:r>
            <a:endParaRPr lang="en-US" sz="2400" b="0" i="0" u="none" strike="noStrike" cap="none" spc="0">
              <a:solidFill>
                <a:schemeClr val="tx1">
                  <a:lumMod val="75000"/>
                  <a:lumOff val="25000"/>
                </a:schemeClr>
              </a:solidFill>
              <a:latin typeface="Arial"/>
              <a:cs typeface="Arial"/>
            </a:endParaRPr>
          </a:p>
          <a:p>
            <a:pPr marL="0" indent="0">
              <a:buFont typeface="Arial"/>
              <a:buNone/>
              <a:defRPr/>
            </a:pPr>
            <a:r>
              <a:rPr lang="en-US" sz="2400" b="0" i="0" u="none" strike="noStrike" cap="none" spc="0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Arial"/>
                <a:cs typeface="Arial"/>
              </a:rPr>
              <a:t>sudo systemctl start postgresql</a:t>
            </a:r>
            <a:endParaRPr sz="2400"/>
          </a:p>
          <a:p>
            <a:pPr>
              <a:defRPr/>
            </a:pPr>
            <a:endParaRPr/>
          </a:p>
        </p:txBody>
      </p:sp>
      <p:sp>
        <p:nvSpPr>
          <p:cNvPr id="757928006" name="Text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6193369" y="1535112"/>
            <a:ext cx="5389032" cy="639761"/>
          </a:xfrm>
        </p:spPr>
        <p:txBody>
          <a:bodyPr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>
              <a:defRPr/>
            </a:pPr>
            <a:r>
              <a:rPr lang="ru-RU" sz="2200"/>
              <a:t>Декларативная система</a:t>
            </a:r>
            <a:endParaRPr sz="2200"/>
          </a:p>
        </p:txBody>
      </p:sp>
      <p:sp>
        <p:nvSpPr>
          <p:cNvPr id="1592760514" name="Content Placeholder 5"/>
          <p:cNvSpPr>
            <a:spLocks noGrp="1"/>
          </p:cNvSpPr>
          <p:nvPr>
            <p:ph sz="quarter" idx="4"/>
          </p:nvPr>
        </p:nvSpPr>
        <p:spPr bwMode="auto">
          <a:xfrm>
            <a:off x="6193369" y="2174873"/>
            <a:ext cx="5389032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>
              <a:defRPr/>
            </a:pPr>
            <a:r>
              <a:rPr lang="ru-RU"/>
              <a:t>Написание конфигурации</a:t>
            </a:r>
            <a:r>
              <a:rPr lang="en-US"/>
              <a:t>:</a:t>
            </a:r>
            <a:endParaRPr lang="en-US"/>
          </a:p>
          <a:p>
            <a:pPr marL="0" indent="0">
              <a:buFont typeface="Arial"/>
              <a:buNone/>
              <a:defRPr/>
            </a:pPr>
            <a:r>
              <a:rPr/>
              <a:t>{</a:t>
            </a:r>
            <a:endParaRPr/>
          </a:p>
          <a:p>
            <a:pPr marL="0" indent="0">
              <a:buFont typeface="Arial"/>
              <a:buNone/>
              <a:defRPr/>
            </a:pPr>
            <a:r>
              <a:rPr/>
              <a:t>    services.postgresql.enable = true;</a:t>
            </a:r>
            <a:endParaRPr/>
          </a:p>
          <a:p>
            <a:pPr marL="0" indent="0">
              <a:buFont typeface="Arial"/>
              <a:buNone/>
              <a:defRPr/>
            </a:pPr>
            <a:r>
              <a:rPr/>
              <a:t>}</a:t>
            </a:r>
            <a:endParaRPr/>
          </a:p>
          <a:p>
            <a:pPr>
              <a:defRPr/>
            </a:pPr>
            <a:r>
              <a:rPr lang="ru-RU"/>
              <a:t>Применение конфигурации</a:t>
            </a:r>
            <a:endParaRPr/>
          </a:p>
        </p:txBody>
      </p:sp>
      <p:sp>
        <p:nvSpPr>
          <p:cNvPr id="755599042" name=""/>
          <p:cNvSpPr txBox="1"/>
          <p:nvPr/>
        </p:nvSpPr>
        <p:spPr bwMode="auto">
          <a:xfrm rot="0" flipH="0" flipV="0">
            <a:off x="619999" y="1002631"/>
            <a:ext cx="3692155" cy="64044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lang="ru-RU"/>
              <a:t>Пример</a:t>
            </a:r>
            <a:r>
              <a:rPr lang="en-US"/>
              <a:t>: </a:t>
            </a:r>
            <a:r>
              <a:rPr lang="ru-RU"/>
              <a:t>установка базы данных </a:t>
            </a:r>
            <a:r>
              <a:rPr lang="en-US"/>
              <a:t>postgresql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73090818" name="Title 1"/>
          <p:cNvSpPr>
            <a:spLocks noGrp="1"/>
          </p:cNvSpPr>
          <p:nvPr>
            <p:ph type="title"/>
          </p:nvPr>
        </p:nvSpPr>
        <p:spPr bwMode="auto"/>
        <p:txBody>
          <a:bodyPr vertOverflow="overflow" horzOverflow="overflow" vert="horz" wrap="square" lIns="91440" tIns="45720" rIns="91440" bIns="45720" numCol="1" spcCol="0" rtlCol="0" fromWordArt="0" anchor="ctr" anchorCtr="0" forceAA="0" upright="0" compatLnSpc="0">
            <a:normAutofit fontScale="90000" lnSpcReduction="2000"/>
          </a:bodyPr>
          <a:lstStyle/>
          <a:p>
            <a:pPr>
              <a:defRPr/>
            </a:pPr>
            <a:r>
              <a:rPr/>
              <a:t>IV. </a:t>
            </a:r>
            <a:r>
              <a:rPr lang="ru-RU"/>
              <a:t>Основные принципы </a:t>
            </a:r>
            <a:r>
              <a:rPr lang="en-US"/>
              <a:t>Clyx:</a:t>
            </a:r>
            <a:br>
              <a:rPr lang="en-US"/>
            </a:br>
            <a:r>
              <a:rPr lang="ru-RU"/>
              <a:t>Изоляция</a:t>
            </a:r>
            <a:endParaRPr/>
          </a:p>
        </p:txBody>
      </p:sp>
      <p:sp>
        <p:nvSpPr>
          <p:cNvPr id="480612414" name="Content Placeholder 2"/>
          <p:cNvSpPr>
            <a:spLocks noGrp="1"/>
          </p:cNvSpPr>
          <p:nvPr>
            <p:ph sz="half" idx="1"/>
          </p:nvPr>
        </p:nvSpPr>
        <p:spPr bwMode="auto">
          <a:xfrm flipH="0" flipV="0">
            <a:off x="349009" y="1600200"/>
            <a:ext cx="4225707" cy="4861601"/>
          </a:xfrm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>
              <a:defRPr/>
            </a:pPr>
            <a:r>
              <a:rPr lang="ru-RU" sz="1800" b="1"/>
              <a:t>Изоляция – </a:t>
            </a:r>
            <a:r>
              <a:rPr lang="ru-RU" sz="1800" b="0"/>
              <a:t>программы и их </a:t>
            </a:r>
            <a:r>
              <a:rPr lang="en-US" sz="1800" b="0"/>
              <a:t>runtime-</a:t>
            </a:r>
            <a:r>
              <a:rPr lang="ru-RU" sz="1800" b="0"/>
              <a:t>зависимости изолированны друг от друга, что </a:t>
            </a:r>
            <a:r>
              <a:rPr lang="ru-RU" sz="1800" b="1"/>
              <a:t>избавляет от конфликтов</a:t>
            </a:r>
            <a:r>
              <a:rPr lang="ru-RU" sz="1800" b="0"/>
              <a:t> зависимостей и позволяет хранить </a:t>
            </a:r>
            <a:r>
              <a:rPr lang="ru-RU" sz="1800" b="1"/>
              <a:t>несколько версий</a:t>
            </a:r>
            <a:r>
              <a:rPr lang="ru-RU" sz="1800" b="0"/>
              <a:t> одной программы</a:t>
            </a:r>
            <a:r>
              <a:rPr lang="ru-RU" sz="1800" b="0"/>
              <a:t>.</a:t>
            </a:r>
            <a:endParaRPr sz="1800" b="0"/>
          </a:p>
          <a:p>
            <a:pPr>
              <a:defRPr/>
            </a:pPr>
            <a:r>
              <a:rPr lang="ru-RU" sz="1800" b="0"/>
              <a:t>Таким образом, согласно примеру, программе 1 доступна только зависимость 1 и общая зависимость, программе 2 только общая зависимость</a:t>
            </a:r>
            <a:r>
              <a:rPr lang="ru-RU" sz="1800" b="0"/>
              <a:t> и зависимость 2, а программе 3 только программа 2 и зависимость 3, </a:t>
            </a:r>
            <a:r>
              <a:rPr lang="ru-RU" sz="1800" b="1"/>
              <a:t>ей не доступны даже зависимости своей зависимости</a:t>
            </a:r>
            <a:r>
              <a:rPr lang="ru-RU" sz="1800" b="0"/>
              <a:t>.</a:t>
            </a:r>
            <a:endParaRPr sz="1800" b="0"/>
          </a:p>
        </p:txBody>
      </p:sp>
      <p:pic>
        <p:nvPicPr>
          <p:cNvPr id="1794423306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 flipH="0" flipV="0">
            <a:off x="5349275" y="2243662"/>
            <a:ext cx="1324513" cy="1324513"/>
          </a:xfrm>
          <a:prstGeom prst="rect">
            <a:avLst/>
          </a:prstGeom>
        </p:spPr>
      </p:pic>
      <p:pic>
        <p:nvPicPr>
          <p:cNvPr id="1490823128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 flipH="0" flipV="0">
            <a:off x="8993596" y="1581405"/>
            <a:ext cx="1324513" cy="1324513"/>
          </a:xfrm>
          <a:prstGeom prst="rect">
            <a:avLst/>
          </a:prstGeom>
        </p:spPr>
      </p:pic>
      <p:pic>
        <p:nvPicPr>
          <p:cNvPr id="634091415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 flipH="0" flipV="0">
            <a:off x="8161486" y="3213774"/>
            <a:ext cx="1324513" cy="1324513"/>
          </a:xfrm>
          <a:prstGeom prst="rect">
            <a:avLst/>
          </a:prstGeom>
        </p:spPr>
      </p:pic>
      <p:pic>
        <p:nvPicPr>
          <p:cNvPr id="1546400738" name="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 flipH="0" flipV="0">
            <a:off x="5491880" y="4928902"/>
            <a:ext cx="1039302" cy="1039302"/>
          </a:xfrm>
          <a:prstGeom prst="rect">
            <a:avLst/>
          </a:prstGeom>
        </p:spPr>
      </p:pic>
      <p:pic>
        <p:nvPicPr>
          <p:cNvPr id="1428412397" name="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 flipH="0" flipV="0">
            <a:off x="7369563" y="4928902"/>
            <a:ext cx="1039302" cy="1039302"/>
          </a:xfrm>
          <a:prstGeom prst="rect">
            <a:avLst/>
          </a:prstGeom>
        </p:spPr>
      </p:pic>
      <p:pic>
        <p:nvPicPr>
          <p:cNvPr id="366122495" name="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 flipH="0" flipV="0">
            <a:off x="9939516" y="3343530"/>
            <a:ext cx="1039302" cy="1039302"/>
          </a:xfrm>
          <a:prstGeom prst="rect">
            <a:avLst/>
          </a:prstGeom>
        </p:spPr>
      </p:pic>
      <p:pic>
        <p:nvPicPr>
          <p:cNvPr id="1721025918" name="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 flipH="0" flipV="0">
            <a:off x="9419865" y="4928902"/>
            <a:ext cx="1039302" cy="1039302"/>
          </a:xfrm>
          <a:prstGeom prst="rect">
            <a:avLst/>
          </a:prstGeom>
        </p:spPr>
      </p:pic>
      <p:sp>
        <p:nvSpPr>
          <p:cNvPr id="872254584" name=""/>
          <p:cNvSpPr/>
          <p:nvPr/>
        </p:nvSpPr>
        <p:spPr bwMode="auto">
          <a:xfrm rot="0" flipH="0" flipV="0">
            <a:off x="5886650" y="3568176"/>
            <a:ext cx="221072" cy="1248238"/>
          </a:xfrm>
          <a:prstGeom prst="downArrow">
            <a:avLst>
              <a:gd name="adj1" fmla="val 50000"/>
              <a:gd name="adj2" fmla="val 5000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95867170" name=""/>
          <p:cNvSpPr/>
          <p:nvPr/>
        </p:nvSpPr>
        <p:spPr bwMode="auto">
          <a:xfrm rot="19646653" flipH="0" flipV="0">
            <a:off x="6945309" y="3302236"/>
            <a:ext cx="221071" cy="1766253"/>
          </a:xfrm>
          <a:prstGeom prst="downArrow">
            <a:avLst>
              <a:gd name="adj1" fmla="val 50000"/>
              <a:gd name="adj2" fmla="val 5000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458754399" name=""/>
          <p:cNvSpPr/>
          <p:nvPr/>
        </p:nvSpPr>
        <p:spPr bwMode="auto">
          <a:xfrm rot="1991830" flipH="0" flipV="0">
            <a:off x="8233308" y="4278173"/>
            <a:ext cx="221071" cy="726965"/>
          </a:xfrm>
          <a:prstGeom prst="downArrow">
            <a:avLst>
              <a:gd name="adj1" fmla="val 50000"/>
              <a:gd name="adj2" fmla="val 5000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48152832" name=""/>
          <p:cNvSpPr/>
          <p:nvPr/>
        </p:nvSpPr>
        <p:spPr bwMode="auto">
          <a:xfrm rot="1991830" flipH="0" flipV="0">
            <a:off x="9080862" y="2634971"/>
            <a:ext cx="221070" cy="726964"/>
          </a:xfrm>
          <a:prstGeom prst="downArrow">
            <a:avLst>
              <a:gd name="adj1" fmla="val 50000"/>
              <a:gd name="adj2" fmla="val 5000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9669503" name=""/>
          <p:cNvSpPr/>
          <p:nvPr/>
        </p:nvSpPr>
        <p:spPr bwMode="auto">
          <a:xfrm rot="19444720" flipH="0" flipV="0">
            <a:off x="9311113" y="4277253"/>
            <a:ext cx="221070" cy="726964"/>
          </a:xfrm>
          <a:prstGeom prst="downArrow">
            <a:avLst>
              <a:gd name="adj1" fmla="val 50000"/>
              <a:gd name="adj2" fmla="val 5000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976855533" name=""/>
          <p:cNvSpPr/>
          <p:nvPr/>
        </p:nvSpPr>
        <p:spPr bwMode="auto">
          <a:xfrm rot="19444720" flipH="0" flipV="0">
            <a:off x="9952711" y="2658831"/>
            <a:ext cx="221070" cy="726964"/>
          </a:xfrm>
          <a:prstGeom prst="downArrow">
            <a:avLst>
              <a:gd name="adj1" fmla="val 50000"/>
              <a:gd name="adj2" fmla="val 5000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622537195" name=""/>
          <p:cNvSpPr txBox="1"/>
          <p:nvPr/>
        </p:nvSpPr>
        <p:spPr bwMode="auto">
          <a:xfrm rot="0" flipH="0" flipV="0">
            <a:off x="5293584" y="1967900"/>
            <a:ext cx="1540900" cy="33563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lang="ru-RU" sz="1600"/>
              <a:t>Программа 1</a:t>
            </a:r>
            <a:endParaRPr sz="1600"/>
          </a:p>
        </p:txBody>
      </p:sp>
      <p:sp>
        <p:nvSpPr>
          <p:cNvPr id="298196130" name=""/>
          <p:cNvSpPr txBox="1"/>
          <p:nvPr/>
        </p:nvSpPr>
        <p:spPr bwMode="auto">
          <a:xfrm rot="0" flipH="0" flipV="0">
            <a:off x="8885223" y="1347516"/>
            <a:ext cx="1541979" cy="33563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lang="ru-RU" sz="1600"/>
              <a:t>Программа 3</a:t>
            </a:r>
            <a:endParaRPr sz="1600"/>
          </a:p>
        </p:txBody>
      </p:sp>
      <p:sp>
        <p:nvSpPr>
          <p:cNvPr id="1585682071" name=""/>
          <p:cNvSpPr txBox="1"/>
          <p:nvPr/>
        </p:nvSpPr>
        <p:spPr bwMode="auto">
          <a:xfrm rot="0" flipH="0" flipV="0">
            <a:off x="7369563" y="3093359"/>
            <a:ext cx="1541979" cy="33563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lang="ru-RU" sz="1600"/>
              <a:t>Программа 2</a:t>
            </a:r>
            <a:endParaRPr sz="1600"/>
          </a:p>
        </p:txBody>
      </p:sp>
      <p:sp>
        <p:nvSpPr>
          <p:cNvPr id="452337246" name=""/>
          <p:cNvSpPr txBox="1"/>
          <p:nvPr/>
        </p:nvSpPr>
        <p:spPr bwMode="auto">
          <a:xfrm rot="0" flipH="0" flipV="0">
            <a:off x="7118045" y="6126162"/>
            <a:ext cx="1548458" cy="5794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lang="ru-RU" sz="1600"/>
              <a:t>Общая зависимость</a:t>
            </a:r>
            <a:endParaRPr sz="1600"/>
          </a:p>
        </p:txBody>
      </p:sp>
      <p:sp>
        <p:nvSpPr>
          <p:cNvPr id="1517471332" name=""/>
          <p:cNvSpPr txBox="1"/>
          <p:nvPr/>
        </p:nvSpPr>
        <p:spPr bwMode="auto">
          <a:xfrm rot="0" flipH="0" flipV="0">
            <a:off x="5213239" y="6126162"/>
            <a:ext cx="1701591" cy="33563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lang="ru-RU" sz="1600"/>
              <a:t>Зависимость 1</a:t>
            </a:r>
            <a:endParaRPr sz="1600"/>
          </a:p>
        </p:txBody>
      </p:sp>
      <p:sp>
        <p:nvSpPr>
          <p:cNvPr id="849567124" name=""/>
          <p:cNvSpPr txBox="1"/>
          <p:nvPr/>
        </p:nvSpPr>
        <p:spPr bwMode="auto">
          <a:xfrm rot="0" flipH="0" flipV="0">
            <a:off x="9084877" y="6080262"/>
            <a:ext cx="1702670" cy="33563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lang="ru-RU" sz="1600"/>
              <a:t>Зависимость 2</a:t>
            </a:r>
            <a:endParaRPr sz="1600"/>
          </a:p>
        </p:txBody>
      </p:sp>
      <p:sp>
        <p:nvSpPr>
          <p:cNvPr id="997311792" name=""/>
          <p:cNvSpPr txBox="1"/>
          <p:nvPr/>
        </p:nvSpPr>
        <p:spPr bwMode="auto">
          <a:xfrm rot="0" flipH="0" flipV="0">
            <a:off x="10186977" y="4411227"/>
            <a:ext cx="1702310" cy="33563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lang="ru-RU" sz="1600"/>
              <a:t>Зависимость 3</a:t>
            </a:r>
            <a:endParaRPr sz="16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28435794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IV. </a:t>
            </a:r>
            <a:r>
              <a:rPr lang="ru-RU"/>
              <a:t>Основные принципы </a:t>
            </a:r>
            <a:r>
              <a:rPr lang="en-US"/>
              <a:t>Clyx</a:t>
            </a:r>
            <a:endParaRPr/>
          </a:p>
        </p:txBody>
      </p:sp>
      <p:sp>
        <p:nvSpPr>
          <p:cNvPr id="2066911182" name="Content Placeholder 2"/>
          <p:cNvSpPr>
            <a:spLocks noGrp="1"/>
          </p:cNvSpPr>
          <p:nvPr>
            <p:ph sz="half" idx="1"/>
          </p:nvPr>
        </p:nvSpPr>
        <p:spPr bwMode="auto">
          <a:xfrm>
            <a:off x="609598" y="1600200"/>
            <a:ext cx="5384799" cy="4525961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>
              <a:defRPr/>
            </a:pPr>
            <a:r>
              <a:rPr lang="ru-RU" sz="1600" b="1"/>
              <a:t>Изоляция – </a:t>
            </a:r>
            <a:r>
              <a:rPr lang="ru-RU" sz="1600" b="0"/>
              <a:t>программы и их </a:t>
            </a:r>
            <a:r>
              <a:rPr lang="en-US" sz="1600" b="0"/>
              <a:t>runtime-</a:t>
            </a:r>
            <a:r>
              <a:rPr lang="ru-RU" sz="1600" b="0"/>
              <a:t>зависимости изолированны друг от друга, что избавляет от конфликтов зависимостей и позволяет хранить несколько версий одной программы</a:t>
            </a:r>
            <a:endParaRPr lang="ru-RU" sz="1600" b="0"/>
          </a:p>
        </p:txBody>
      </p:sp>
      <p:sp>
        <p:nvSpPr>
          <p:cNvPr id="1219494073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6197598" y="1600200"/>
            <a:ext cx="5384799" cy="4525961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>
              <a:defRPr/>
            </a:pPr>
            <a:r>
              <a:rPr lang="ru-RU" sz="1600" b="1"/>
              <a:t>Декларативность</a:t>
            </a:r>
            <a:r>
              <a:rPr lang="ru-RU" sz="1600" b="0"/>
              <a:t> – система </a:t>
            </a:r>
            <a:endParaRPr sz="1600" b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01984899" name="Title 1"/>
          <p:cNvSpPr>
            <a:spLocks noGrp="1"/>
          </p:cNvSpPr>
          <p:nvPr>
            <p:ph type="title"/>
          </p:nvPr>
        </p:nvSpPr>
        <p:spPr bwMode="auto"/>
        <p:txBody>
          <a:bodyPr vertOverflow="overflow" horzOverflow="overflow" vert="horz" wrap="square" lIns="91440" tIns="45720" rIns="91440" bIns="45720" numCol="1" spcCol="0" rtlCol="0" fromWordArt="0" anchor="ctr" anchorCtr="0" forceAA="0" upright="0" compatLnSpc="0">
            <a:normAutofit fontScale="90000" lnSpcReduction="2000"/>
          </a:bodyPr>
          <a:lstStyle/>
          <a:p>
            <a:pPr>
              <a:defRPr/>
            </a:pPr>
            <a:r>
              <a:rPr/>
              <a:t>IV. </a:t>
            </a:r>
            <a:r>
              <a:rPr lang="ru-RU"/>
              <a:t>Отличие идей </a:t>
            </a:r>
            <a:r>
              <a:rPr lang="en-US"/>
              <a:t>Clyx </a:t>
            </a:r>
            <a:r>
              <a:rPr lang="ru-RU"/>
              <a:t>от </a:t>
            </a:r>
            <a:r>
              <a:rPr lang="en-US"/>
              <a:t>NixOS</a:t>
            </a:r>
            <a:r>
              <a:rPr lang="ru-RU"/>
              <a:t>, решение проблем</a:t>
            </a:r>
            <a:endParaRPr/>
          </a:p>
        </p:txBody>
      </p:sp>
      <p:sp>
        <p:nvSpPr>
          <p:cNvPr id="189416047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86372012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V.I. </a:t>
            </a:r>
            <a:r>
              <a:rPr lang="ru-RU"/>
              <a:t>Итог – почему </a:t>
            </a:r>
            <a:r>
              <a:rPr lang="en-US"/>
              <a:t>Clyx</a:t>
            </a:r>
            <a:endParaRPr/>
          </a:p>
        </p:txBody>
      </p:sp>
      <p:sp>
        <p:nvSpPr>
          <p:cNvPr id="1046209195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82769809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V.II. </a:t>
            </a:r>
            <a:r>
              <a:rPr lang="ru-RU"/>
              <a:t>Итог – минусы </a:t>
            </a:r>
            <a:r>
              <a:rPr lang="en-US"/>
              <a:t>Clyx</a:t>
            </a:r>
            <a:endParaRPr/>
          </a:p>
        </p:txBody>
      </p:sp>
      <p:sp>
        <p:nvSpPr>
          <p:cNvPr id="1067470172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93340099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V.III. </a:t>
            </a:r>
            <a:r>
              <a:rPr lang="ru-RU"/>
              <a:t>Итог – сферы применения </a:t>
            </a:r>
            <a:r>
              <a:rPr lang="en-US"/>
              <a:t>Clyx</a:t>
            </a:r>
            <a:endParaRPr/>
          </a:p>
        </p:txBody>
      </p:sp>
      <p:sp>
        <p:nvSpPr>
          <p:cNvPr id="1653938270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_rels/theme2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Turtl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Classic 2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Standard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ONLYOFFICE/9.1.0.173</Application>
  <PresentationFormat>On-screen Show (4:3)</PresentationFormat>
  <Paragraphs>0</Paragraphs>
  <Slides>14</Slides>
  <Notes>14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5" baseType="lpstr">
      <vt:lpstr>Theme 1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8</cp:revision>
  <dcterms:modified xsi:type="dcterms:W3CDTF">2026-10-13T12:18:34Z</dcterms:modified>
</cp:coreProperties>
</file>