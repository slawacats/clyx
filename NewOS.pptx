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473788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72453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64431431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4156091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6840981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4138706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883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4962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7090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6963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9300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2211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555457-6B51-A976-6F8F-14631A76EC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2560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2514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5253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4947E7-31F4-FC21-E445-8AD8B8180D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677189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26984459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599778806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27290337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44976205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41877897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46006487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68258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14507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903669428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5113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6660523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8962710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894360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3415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6463647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851462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342428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867708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4955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924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2174002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4188362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681769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3818551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39106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1009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651840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6770969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6705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11501240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6292870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7596086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64276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9282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1768329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2916428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75281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3779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9984464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08688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558528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3058756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2421171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37868953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4632618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1287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999160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2043500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3992782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8719154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603981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795036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62714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2707114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285472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993387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4376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4853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0538000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5817823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116083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9030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0701535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93036181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30092017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76943548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720476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3151856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7843288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8130929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package" Target="../embeddings/Microsoft_Excel_Worksheet1.xlsx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12007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 нового поколения</a:t>
            </a:r>
            <a:endParaRPr lang="en-US"/>
          </a:p>
        </p:txBody>
      </p:sp>
      <p:sp>
        <p:nvSpPr>
          <p:cNvPr id="363318649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726197217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609599" y="647227"/>
          <a:ext cx="10972800" cy="5563544"/>
        </p:xfrm>
        <a:graphic>
          <a:graphicData uri="http://schemas.openxmlformats.org/presentationml/2006/ole">
            <p:oleObj name="oleObj" r:id="rId4" imgW="10972800" imgH="5562600" progId="Excel.Sheet.12">
              <p:embed/>
              <p:pic>
                <p:nvPicPr>
                  <p:cNvPr id="1726197217" name=""/>
                  <p:cNvPicPr/>
                  <p:nvPr/>
                </p:nvPicPr>
                <p:blipFill rotWithShape="1">
                  <a:blip r:embed="rId3"/>
                  <a:stretch/>
                </p:blipFill>
                <p:spPr bwMode="auto">
                  <a:xfrm flipH="0" flipV="0">
                    <a:off x="609599" y="647227"/>
                    <a:ext cx="10972800" cy="556354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229242038" name=""/>
          <p:cNvSpPr txBox="1"/>
          <p:nvPr/>
        </p:nvSpPr>
        <p:spPr bwMode="auto">
          <a:xfrm rot="0" flipH="0" flipV="0">
            <a:off x="609599" y="217713"/>
            <a:ext cx="927990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solidFill>
                  <a:schemeClr val="tx1">
                    <a:lumMod val="65000"/>
                    <a:lumOff val="35000"/>
                  </a:schemeClr>
                </a:solidFill>
              </a:rPr>
              <a:t>Таблица сравнения популярных дистрибутивов с основными идеями новой ОС</a:t>
            </a:r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823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6015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2026-09-23T15:57:24Z</dcterms:modified>
</cp:coreProperties>
</file>