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08727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5841034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74435614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8246379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4184455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9105900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5679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9132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8425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330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7990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6909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4947E7-31F4-FC21-E445-8AD8B8180D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0077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5638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13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E4D-16C6-0674-AA1D-BD1F9A3B94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A6BF44-F722-C903-71DE-C4E232C901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5C3871-37B8-A084-1EB9-71D316FA2B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E332DF-2599-28D2-AA37-6680C3DB77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8592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598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6191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555457-6B51-A976-6F8F-14631A76EC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510649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99148453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0348516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33458491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12314939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69507907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648982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03467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40262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990541284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906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6376073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626565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52671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832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875140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795835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075352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45175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961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5605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1092986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3031435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9338860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380074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987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2785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003496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108186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6410847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0545565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3482257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1502862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679740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3452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8099351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5376117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9520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4950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3374792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189936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3582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65728476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8624395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364518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6683019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08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5375120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3733109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5976624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136974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75801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2003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10360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8177854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422805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1630741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207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001678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2485175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739708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508441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34680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139414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81219286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39222690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91242161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089363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77359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237243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07010404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package" Target="../embeddings/Microsoft_Excel_Worksheet1.xls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6989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190724084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22612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Основное устройство системы</a:t>
            </a:r>
            <a:endParaRPr/>
          </a:p>
        </p:txBody>
      </p:sp>
      <p:sp>
        <p:nvSpPr>
          <p:cNvPr id="87280092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Ключевая особенность идеи – декларативный принцип. Конфигом будет определяться вся система (система инициализации, пакеты, пользователи, ...)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. Пакеты будут расположены в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read-only 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директории, изолированно друг от друга, хранение по хешу (благодаря этому можно иметь сразу несколько версий программ и конфликтующее ПО)</a:t>
            </a:r>
            <a:endParaRPr sz="32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297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Отличия от других дистрибутивов</a:t>
            </a:r>
            <a:endParaRPr/>
          </a:p>
        </p:txBody>
      </p:sp>
      <p:sp>
        <p:nvSpPr>
          <p:cNvPr id="642236166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400"/>
              <a:t>В отличие от классических дистрибутивов (</a:t>
            </a:r>
            <a:r>
              <a:rPr lang="en-US" sz="2400"/>
              <a:t>debian, ubuntu, arch</a:t>
            </a:r>
            <a:r>
              <a:rPr lang="ru-RU" sz="2400"/>
              <a:t>)</a:t>
            </a:r>
            <a:r>
              <a:rPr lang="en-US" sz="2400"/>
              <a:t> </a:t>
            </a:r>
            <a:r>
              <a:rPr lang="ru-RU" sz="2400"/>
              <a:t>в такой системе установка пакетов производится не императивными комадами, а декларативным конфигом (список программ). Также, изоляция пакетов приводит к детерменированности ОС.</a:t>
            </a:r>
            <a:endParaRPr sz="2400"/>
          </a:p>
          <a:p>
            <a:pPr>
              <a:defRPr/>
            </a:pPr>
            <a:endParaRPr sz="2400"/>
          </a:p>
          <a:p>
            <a:pPr>
              <a:defRPr/>
            </a:pPr>
            <a:r>
              <a:rPr lang="ru-RU" sz="2400"/>
              <a:t>В </a:t>
            </a:r>
            <a:r>
              <a:rPr lang="en-US" sz="2400"/>
              <a:t>NixOS </a:t>
            </a:r>
            <a:r>
              <a:rPr lang="ru-RU" sz="2400"/>
              <a:t>реализована функция откатов – на этапе загрузки вы можете выбрать предыдущую деривацию системы (сохраняется построенную по конфигу систему до очистки, как в </a:t>
            </a:r>
            <a:r>
              <a:rPr lang="en-US" sz="2400"/>
              <a:t>git</a:t>
            </a:r>
            <a:r>
              <a:rPr lang="ru-RU" sz="2400"/>
              <a:t>), если последняя деривация содержит ошибки, не функционирует или не соответствует требованиям. Такой же функционал легко реализовать и в моем концепте.</a:t>
            </a:r>
            <a:endParaRPr sz="2400"/>
          </a:p>
          <a:p>
            <a:pPr>
              <a:defRPr/>
            </a:pP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0386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Изоляция пакетов</a:t>
            </a:r>
            <a:endParaRPr/>
          </a:p>
        </p:txBody>
      </p:sp>
      <p:sp>
        <p:nvSpPr>
          <p:cNvPr id="1798522328" name=""/>
          <p:cNvSpPr/>
          <p:nvPr/>
        </p:nvSpPr>
        <p:spPr bwMode="auto">
          <a:xfrm rot="0" flipH="0" flipV="0">
            <a:off x="770394" y="1921710"/>
            <a:ext cx="2272631" cy="12365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Программа 1</a:t>
            </a:r>
            <a:endParaRPr/>
          </a:p>
        </p:txBody>
      </p:sp>
      <p:sp>
        <p:nvSpPr>
          <p:cNvPr id="1429978451" name=""/>
          <p:cNvSpPr/>
          <p:nvPr/>
        </p:nvSpPr>
        <p:spPr bwMode="auto">
          <a:xfrm rot="0" flipH="0" flipV="0">
            <a:off x="5802267" y="1921710"/>
            <a:ext cx="2272630" cy="12365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Программа 2</a:t>
            </a:r>
            <a:endParaRPr/>
          </a:p>
        </p:txBody>
      </p:sp>
      <p:sp>
        <p:nvSpPr>
          <p:cNvPr id="209015936" name=""/>
          <p:cNvSpPr/>
          <p:nvPr/>
        </p:nvSpPr>
        <p:spPr bwMode="auto">
          <a:xfrm rot="0" flipH="0" flipV="0">
            <a:off x="636710" y="5031873"/>
            <a:ext cx="2406315" cy="7853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Зависимость 1 </a:t>
            </a:r>
            <a:r>
              <a:rPr lang="en-US"/>
              <a:t>v1.0</a:t>
            </a:r>
            <a:endParaRPr/>
          </a:p>
        </p:txBody>
      </p:sp>
      <p:sp>
        <p:nvSpPr>
          <p:cNvPr id="1028120388" name=""/>
          <p:cNvSpPr/>
          <p:nvPr/>
        </p:nvSpPr>
        <p:spPr bwMode="auto">
          <a:xfrm rot="0" flipH="0" flipV="0">
            <a:off x="3226842" y="5031873"/>
            <a:ext cx="2406314" cy="7853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Общая Зависимость</a:t>
            </a:r>
            <a:endParaRPr/>
          </a:p>
        </p:txBody>
      </p:sp>
      <p:sp>
        <p:nvSpPr>
          <p:cNvPr id="816983567" name=""/>
          <p:cNvSpPr/>
          <p:nvPr/>
        </p:nvSpPr>
        <p:spPr bwMode="auto">
          <a:xfrm rot="0" flipH="0" flipV="0">
            <a:off x="5802267" y="5031873"/>
            <a:ext cx="2406314" cy="7853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Зависимость 1 </a:t>
            </a:r>
            <a:r>
              <a:rPr lang="en-US"/>
              <a:t>v</a:t>
            </a:r>
            <a:r>
              <a:rPr lang="ru-RU"/>
              <a:t>2</a:t>
            </a:r>
            <a:r>
              <a:rPr lang="en-US"/>
              <a:t>.0</a:t>
            </a:r>
            <a:endParaRPr/>
          </a:p>
        </p:txBody>
      </p:sp>
      <p:cxnSp>
        <p:nvCxnSpPr>
          <p:cNvPr id="1293302894" name=""/>
          <p:cNvCxnSpPr>
            <a:stCxn id="1798522328" idx="2"/>
            <a:endCxn id="209015936" idx="0"/>
          </p:cNvCxnSpPr>
          <p:nvPr/>
        </p:nvCxnSpPr>
        <p:spPr bwMode="auto">
          <a:xfrm rot="5399978" flipH="0" flipV="0">
            <a:off x="936497" y="4061660"/>
            <a:ext cx="1873583" cy="66841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037048" name=""/>
          <p:cNvCxnSpPr>
            <a:stCxn id="1798522328" idx="2"/>
            <a:endCxn id="1028120388" idx="0"/>
          </p:cNvCxnSpPr>
          <p:nvPr/>
        </p:nvCxnSpPr>
        <p:spPr bwMode="auto">
          <a:xfrm rot="5399978" flipH="0" flipV="1">
            <a:off x="2231562" y="2833436"/>
            <a:ext cx="1873583" cy="2523288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879370" name=""/>
          <p:cNvCxnSpPr>
            <a:stCxn id="1429978451" idx="2"/>
            <a:endCxn id="1028120388" idx="0"/>
          </p:cNvCxnSpPr>
          <p:nvPr/>
        </p:nvCxnSpPr>
        <p:spPr bwMode="auto">
          <a:xfrm rot="5399978" flipH="0" flipV="0">
            <a:off x="4747498" y="2840788"/>
            <a:ext cx="1873584" cy="2508583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472845" name=""/>
          <p:cNvCxnSpPr>
            <a:stCxn id="1429978451" idx="2"/>
            <a:endCxn id="816983567" idx="0"/>
          </p:cNvCxnSpPr>
          <p:nvPr/>
        </p:nvCxnSpPr>
        <p:spPr bwMode="auto">
          <a:xfrm rot="5399978" flipH="0" flipV="1">
            <a:off x="6035211" y="4061659"/>
            <a:ext cx="1873584" cy="66841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6794832" name=""/>
          <p:cNvSpPr txBox="1"/>
          <p:nvPr/>
        </p:nvSpPr>
        <p:spPr bwMode="auto">
          <a:xfrm rot="0" flipH="0" flipV="0">
            <a:off x="8607631" y="2005263"/>
            <a:ext cx="3068944" cy="2560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/>
              <a:t>В область видимости программ будут входить только те зависимости, которые им нужны</a:t>
            </a:r>
            <a:br>
              <a:rPr lang="ru-RU"/>
            </a:br>
            <a:r>
              <a:rPr lang="ru-RU"/>
              <a:t>Зависимости разных версий имеют разный хеш, значит являются полностью разными для системы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129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Плюсы концепта</a:t>
            </a:r>
            <a:endParaRPr/>
          </a:p>
        </p:txBody>
      </p:sp>
      <p:sp>
        <p:nvSpPr>
          <p:cNvPr id="202999542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Изоляция пакетов </a:t>
            </a:r>
            <a:r>
              <a:rPr lang="ru-RU" sz="2400" b="0"/>
              <a:t>– система сможет иметь разные версии одного пакета, </a:t>
            </a:r>
            <a:r>
              <a:rPr lang="ru-RU" sz="2400" b="0"/>
              <a:t>ошибки зависимостей и конфликтов исключены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Детерменированность </a:t>
            </a:r>
            <a:r>
              <a:rPr lang="ru-RU" sz="2400" b="0"/>
              <a:t>– одна и та же конфигурация </a:t>
            </a:r>
            <a:r>
              <a:rPr lang="ru-RU" sz="2400"/>
              <a:t>приведет к одному и тому же результату</a:t>
            </a:r>
            <a:r>
              <a:rPr lang="ru-RU" sz="2400"/>
              <a:t>. Драйвера и другие опции, зависящие от платформы, должны быть вынесены в отдельную конфигурацию устройства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Реплицируемость </a:t>
            </a:r>
            <a:r>
              <a:rPr lang="ru-RU" sz="2400"/>
              <a:t>– имея конфигурацию системы, можно сделать её точную копию (за исключением пользовательских файлов)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Упрощенное администрирование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– версионирование конфигурационного файла можно вести в </a:t>
            </a: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git, 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это упрощает аудит действий системных администраторов и дает возможность оперативно отменить изменения при необходимости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Плавное освоение </a:t>
            </a:r>
            <a:r>
              <a:rPr lang="ru-RU" sz="2400" b="0"/>
              <a:t>– конфигурационные файлы созданы для чтения и записи из кода, детерменированность системы позволяет сделать пользовательский интерфейс для изменения конфигурации, который не сможет привести к ошибкам в системе. В </a:t>
            </a:r>
            <a:r>
              <a:rPr lang="en-US" sz="2400" b="0"/>
              <a:t>NixOS </a:t>
            </a:r>
            <a:r>
              <a:rPr lang="ru-RU" sz="2400" b="0"/>
              <a:t>такой подход усложнен, ведь ее конфигурация выполнена в функциональном языке программирования</a:t>
            </a:r>
            <a:endParaRPr lang="ru-RU"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6411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Минусы концепта</a:t>
            </a:r>
            <a:endParaRPr/>
          </a:p>
        </p:txBody>
      </p:sp>
      <p:sp>
        <p:nvSpPr>
          <p:cNvPr id="87402178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Больший вес</a:t>
            </a:r>
            <a:r>
              <a:rPr lang="ru-RU" sz="2400" b="0"/>
              <a:t> – конфигурация, деривации системы будут занимать место, пакетный менеджер хранит больше информации</a:t>
            </a:r>
            <a:r>
              <a:rPr lang="en-US" sz="2400" b="0"/>
              <a:t>; </a:t>
            </a:r>
            <a:r>
              <a:rPr lang="ru-RU" sz="2400" b="0"/>
              <a:t>однако, на современном оборудовании затраты памяти не будут значительны</a:t>
            </a:r>
            <a:endParaRPr sz="2400" b="0"/>
          </a:p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Излишняя изоляция</a:t>
            </a:r>
            <a:r>
              <a:rPr lang="ru-RU" sz="2400" b="0"/>
              <a:t> </a:t>
            </a:r>
            <a:r>
              <a:rPr lang="ru-RU" sz="2400" b="0"/>
              <a:t>– некоторые программы могут иметь неявные зависимости. Решение</a:t>
            </a:r>
            <a:r>
              <a:rPr lang="en-US" sz="2400" b="0"/>
              <a:t>: </a:t>
            </a:r>
            <a:r>
              <a:rPr lang="ru-RU" sz="2400" b="0"/>
              <a:t>конфигурации </a:t>
            </a:r>
            <a:r>
              <a:rPr lang="en-US" sz="2400" b="0"/>
              <a:t>shell, </a:t>
            </a:r>
            <a:r>
              <a:rPr lang="ru-RU" sz="2400" b="0"/>
              <a:t>в которых будут описаны необходимые программы (как в </a:t>
            </a:r>
            <a:r>
              <a:rPr lang="en-US" sz="2400" b="0"/>
              <a:t>NixOS</a:t>
            </a:r>
            <a:r>
              <a:rPr lang="ru-RU" sz="2400" b="0"/>
              <a:t>)</a:t>
            </a:r>
            <a:endParaRPr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665604834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609599" y="647227"/>
          <a:ext cx="10972800" cy="5563544"/>
        </p:xfrm>
        <a:graphic>
          <a:graphicData uri="http://schemas.openxmlformats.org/presentationml/2006/ole">
            <p:oleObj name="oleObj" r:id="rId4" imgW="10972800" imgH="5562600" progId="Excel.Sheet.12">
              <p:embed/>
              <p:pic>
                <p:nvPicPr>
                  <p:cNvPr id="1665604834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609599" y="647227"/>
                    <a:ext cx="10972800" cy="556354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389840908" name=""/>
          <p:cNvSpPr txBox="1"/>
          <p:nvPr/>
        </p:nvSpPr>
        <p:spPr bwMode="auto">
          <a:xfrm rot="0" flipH="0" flipV="0">
            <a:off x="609599" y="217713"/>
            <a:ext cx="927990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solidFill>
                  <a:schemeClr val="tx1">
                    <a:lumMod val="65000"/>
                    <a:lumOff val="35000"/>
                  </a:schemeClr>
                </a:solidFill>
              </a:rPr>
              <a:t>Таблица сравнения популярных дистрибутивов с основными идеями новой ОС</a:t>
            </a:r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2026-09-29T10:15:22Z</dcterms:modified>
</cp:coreProperties>
</file>