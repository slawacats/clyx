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79337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633913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2104501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1707822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393859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344897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01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5782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8365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69761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4145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4222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4947E7-31F4-FC21-E445-8AD8B8180D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E4D-16C6-0674-AA1D-BD1F9A3B94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50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1568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23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555457-6B51-A976-6F8F-14631A76EC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584545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67815885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1631039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93490920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93498946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06675149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3390936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574302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97273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521105589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31219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024337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775219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548157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5124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935308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391479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329279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65158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7456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78271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917407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83856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1168285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064205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38937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0892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092056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8054740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1640054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4018366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3791597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6852618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36033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7301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4123992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1299916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13408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05406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8035604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1650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50771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67617651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1546478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791599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7583535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142119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288243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0590827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50530396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671255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81476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56032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7310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6299216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149296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856013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126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61490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6266969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364292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67030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3075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00047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66520458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95012210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44951113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7089543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0435738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0960702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98327397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package" Target="../embeddings/Microsoft_Excel_Worksheet1.xls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34246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278813642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1134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Основное устройство системы</a:t>
            </a:r>
            <a:endParaRPr/>
          </a:p>
        </p:txBody>
      </p:sp>
      <p:sp>
        <p:nvSpPr>
          <p:cNvPr id="177822179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7771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Отличия от других дистрибутивов</a:t>
            </a:r>
            <a:endParaRPr/>
          </a:p>
        </p:txBody>
      </p:sp>
      <p:sp>
        <p:nvSpPr>
          <p:cNvPr id="189633222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396273831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609599" y="647227"/>
          <a:ext cx="10972800" cy="5563544"/>
        </p:xfrm>
        <a:graphic>
          <a:graphicData uri="http://schemas.openxmlformats.org/presentationml/2006/ole">
            <p:oleObj name="oleObj" r:id="rId4" imgW="10972800" imgH="5562600" progId="Excel.Sheet.12">
              <p:embed/>
              <p:pic>
                <p:nvPicPr>
                  <p:cNvPr id="1396273831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609599" y="647227"/>
                    <a:ext cx="10972800" cy="556354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520609233" name=""/>
          <p:cNvSpPr txBox="1"/>
          <p:nvPr/>
        </p:nvSpPr>
        <p:spPr bwMode="auto">
          <a:xfrm rot="0" flipH="0" flipV="0">
            <a:off x="609599" y="217713"/>
            <a:ext cx="927990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solidFill>
                  <a:schemeClr val="tx1">
                    <a:lumMod val="65000"/>
                    <a:lumOff val="35000"/>
                  </a:schemeClr>
                </a:solidFill>
              </a:rPr>
              <a:t>Таблица сравнения популярных дистрибутивов с основными идеями новой ОС</a:t>
            </a:r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modified xsi:type="dcterms:W3CDTF">2026-09-28T21:10:06Z</dcterms:modified>
</cp:coreProperties>
</file>